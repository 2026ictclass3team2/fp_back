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3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66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7EAFFE-417E-9772-A741-8370520DCC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0BD01FA-113C-4FF0-E635-5C4A81EFC3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092A07-6B95-76E7-8EF8-842939829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EB270-2FB4-44B7-92F9-B99746001755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ADB34B-4168-B592-9C56-D73C13F7B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C61712-F50C-7F2A-276D-0ED085644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1DE3C-8827-4411-BD16-F9A9C112E8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2183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57356B-F8D1-7E5C-4247-3F7BB8171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E7820F-3C67-D38F-7499-2335B67C7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9E7F48-B6D7-D853-DF31-F91C6F6B9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EB270-2FB4-44B7-92F9-B99746001755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8AD058-6E0E-CC9A-5C67-1D1290C36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857F2B-479B-AD71-73AD-DBAB0D700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1DE3C-8827-4411-BD16-F9A9C112E8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3889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EDC09E-A55E-5D37-1904-507AB0303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377D6BA-CACA-3124-8964-08F7EC3F6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5830ED-EB7C-4EAD-3859-D25CD867C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EB270-2FB4-44B7-92F9-B99746001755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675111-0947-7CE7-5E2A-2740827E6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2EE4D8-816D-4C1E-CDDC-387217B29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1DE3C-8827-4411-BD16-F9A9C112E8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9155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095E0D-7189-BEC5-2659-998B9D287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D34038-B0D7-E44E-7698-C266E03339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700792C-8A12-62B4-D6AB-4E35E289B1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1C9A504-F100-6DE0-2CF3-EAED47523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EB270-2FB4-44B7-92F9-B99746001755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E8B79E-D52F-3A1C-9E6B-219EA1BDC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A934A3-4BD7-56E9-0006-7E60A77EA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1DE3C-8827-4411-BD16-F9A9C112E8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9795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999429-17EB-2E96-897E-9E9DB5849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85164B-0963-8FF5-5C27-B4C53AAE23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88F25CD-EC42-8A09-B33A-AD291BFE9D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A34FB22-32F0-AA53-79F4-CB6DDC2C3D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82CC429-9AD0-182E-DA72-4DBA80A172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3C8D4A6-D613-3A17-0757-DE9E3916C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EB270-2FB4-44B7-92F9-B99746001755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18B2702-25C0-B91E-525B-CF422FB7E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F6B678D-32FE-1ECD-1BFB-E068D39C9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1DE3C-8827-4411-BD16-F9A9C112E8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2749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7A11C8-8887-EF1D-7EA7-3012650C5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98AF8D8-2FC1-7756-E859-361EF1418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EB270-2FB4-44B7-92F9-B99746001755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3F64FB3-0A42-F36A-1C9D-3DEB6FB59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5EA3FE0-D529-B089-BE2E-BD4B921C0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1DE3C-8827-4411-BD16-F9A9C112E8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6739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FB7EA5E-5318-96B2-0742-36F767A71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EB270-2FB4-44B7-92F9-B99746001755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F6D858C-99DA-BE3F-F12D-BDFA9A8D3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8C152A-318A-AE1C-BB5F-127CF15FD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1DE3C-8827-4411-BD16-F9A9C112E8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9240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4210E3-8724-CFEF-5C5A-B942DB24A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CFBEBE-A541-8B2B-6DB3-F0E0165E39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9436A6D-229E-5353-D184-D8FAD78BFA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8A2F4D4-B9FA-DAAF-4BF6-993C50A40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EB270-2FB4-44B7-92F9-B99746001755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3BDA9DA-0017-399A-4A6D-448089589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445340-3E93-E246-5755-F89AB495B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1DE3C-8827-4411-BD16-F9A9C112E8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9397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DA1E59-1A9C-B15F-6A80-7C9AD593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D76B22D-790D-4D92-BC9A-06955AA103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BAEA2E4-5BBB-79E9-DE11-12F37CB701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912E15C-E8F9-3909-78DB-9A94F0C35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EB270-2FB4-44B7-92F9-B99746001755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0AE1AF7-4811-C8C5-5829-73A8915B6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30152F-EC03-D097-D99F-20EDFAE02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1DE3C-8827-4411-BD16-F9A9C112E8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3219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AD0617-4717-708D-7C69-0D189B629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276C131-F55B-D4C3-DB6F-5C24F1392F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59E4B2-7F8D-5D77-0B0B-E50DC6D8C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EB270-2FB4-44B7-92F9-B99746001755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F712A0-C3F5-8EBE-6A5A-11AAF98F8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75254A-21A9-CD37-6F41-0922FA018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1DE3C-8827-4411-BD16-F9A9C112E8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3936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FDF446E-DEAA-BE2B-A845-BFF25AEAE5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060109A-E47C-7C17-80FA-14F6FE97C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506267-38BA-2B29-C373-701015D37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EB270-2FB4-44B7-92F9-B99746001755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7051A9-9E1E-4BBB-9B62-E07C8D544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36377F-2756-2F74-4C93-96FA4C729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1DE3C-8827-4411-BD16-F9A9C112E8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498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7926EAD-78FB-F8B4-5608-91B7AE584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D1A0ED-A673-057E-CFD3-BF3E77A0C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B24BD6-C665-2747-267F-14EFFDD769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CEB270-2FB4-44B7-92F9-B99746001755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EB8EF2-06CE-2A44-6ABB-06186905D2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CE251C-2AE8-ABF5-52C1-61944E697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01DE3C-8827-4411-BD16-F9A9C112E8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8883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9A067A-31CC-842A-C822-DA1B211D1B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FB574B4-5987-2ECD-8CEB-141AAA33B0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36563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이상원 이</dc:creator>
  <cp:lastModifiedBy>이상원 이</cp:lastModifiedBy>
  <cp:revision>1</cp:revision>
  <dcterms:created xsi:type="dcterms:W3CDTF">2026-04-03T02:46:12Z</dcterms:created>
  <dcterms:modified xsi:type="dcterms:W3CDTF">2026-04-03T02:46:30Z</dcterms:modified>
</cp:coreProperties>
</file>