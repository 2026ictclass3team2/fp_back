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C4704-F6A6-40A0-91B2-2AFB796F0C68}" v="51" dt="2025-12-29T15:44:43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46" autoAdjust="0"/>
    <p:restoredTop sz="83642" autoAdjust="0"/>
  </p:normalViewPr>
  <p:slideViewPr>
    <p:cSldViewPr snapToGrid="0">
      <p:cViewPr>
        <p:scale>
          <a:sx n="45" d="100"/>
          <a:sy n="45" d="100"/>
        </p:scale>
        <p:origin x="87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보경 김" userId="de15c48468447bb6" providerId="LiveId" clId="{BA07C1F7-6184-465C-898E-CEA26E5B0089}"/>
    <pc:docChg chg="undo custSel addSld modSld sldOrd">
      <pc:chgData name="보경 김" userId="de15c48468447bb6" providerId="LiveId" clId="{BA07C1F7-6184-465C-898E-CEA26E5B0089}" dt="2025-12-29T15:47:35.771" v="1944" actId="20577"/>
      <pc:docMkLst>
        <pc:docMk/>
      </pc:docMkLst>
      <pc:sldChg chg="delSp modSp mod">
        <pc:chgData name="보경 김" userId="de15c48468447bb6" providerId="LiveId" clId="{BA07C1F7-6184-465C-898E-CEA26E5B0089}" dt="2025-12-29T14:37:52.496" v="4"/>
        <pc:sldMkLst>
          <pc:docMk/>
          <pc:sldMk cId="2659206438" sldId="256"/>
        </pc:sldMkLst>
        <pc:spChg chg="del mod">
          <ac:chgData name="보경 김" userId="de15c48468447bb6" providerId="LiveId" clId="{BA07C1F7-6184-465C-898E-CEA26E5B0089}" dt="2025-12-29T14:37:52.496" v="4"/>
          <ac:spMkLst>
            <pc:docMk/>
            <pc:sldMk cId="2659206438" sldId="256"/>
            <ac:spMk id="6" creationId="{8B681D89-8C16-98EF-D1A5-71C9DDE7F513}"/>
          </ac:spMkLst>
        </pc:spChg>
      </pc:sldChg>
      <pc:sldChg chg="delSp mod">
        <pc:chgData name="보경 김" userId="de15c48468447bb6" providerId="LiveId" clId="{BA07C1F7-6184-465C-898E-CEA26E5B0089}" dt="2025-12-29T14:38:00.345" v="5" actId="478"/>
        <pc:sldMkLst>
          <pc:docMk/>
          <pc:sldMk cId="3738903156" sldId="257"/>
        </pc:sldMkLst>
        <pc:spChg chg="del">
          <ac:chgData name="보경 김" userId="de15c48468447bb6" providerId="LiveId" clId="{BA07C1F7-6184-465C-898E-CEA26E5B0089}" dt="2025-12-29T14:38:00.345" v="5" actId="478"/>
          <ac:spMkLst>
            <pc:docMk/>
            <pc:sldMk cId="3738903156" sldId="257"/>
            <ac:spMk id="4" creationId="{7009EB87-EDD7-B409-731F-DF36C2097BE8}"/>
          </ac:spMkLst>
        </pc:spChg>
      </pc:sldChg>
      <pc:sldChg chg="delSp modSp mod">
        <pc:chgData name="보경 김" userId="de15c48468447bb6" providerId="LiveId" clId="{BA07C1F7-6184-465C-898E-CEA26E5B0089}" dt="2025-12-29T14:38:12.024" v="8"/>
        <pc:sldMkLst>
          <pc:docMk/>
          <pc:sldMk cId="1230407924" sldId="260"/>
        </pc:sldMkLst>
        <pc:spChg chg="del mod">
          <ac:chgData name="보경 김" userId="de15c48468447bb6" providerId="LiveId" clId="{BA07C1F7-6184-465C-898E-CEA26E5B0089}" dt="2025-12-29T14:38:12.024" v="8"/>
          <ac:spMkLst>
            <pc:docMk/>
            <pc:sldMk cId="1230407924" sldId="260"/>
            <ac:spMk id="5" creationId="{B71D5BA6-AAF2-76C7-3A97-23FBF1FEE275}"/>
          </ac:spMkLst>
        </pc:spChg>
      </pc:sldChg>
      <pc:sldChg chg="delSp modSp mod">
        <pc:chgData name="보경 김" userId="de15c48468447bb6" providerId="LiveId" clId="{BA07C1F7-6184-465C-898E-CEA26E5B0089}" dt="2025-12-29T14:44:25.660" v="11"/>
        <pc:sldMkLst>
          <pc:docMk/>
          <pc:sldMk cId="2717519933" sldId="261"/>
        </pc:sldMkLst>
        <pc:spChg chg="del mod">
          <ac:chgData name="보경 김" userId="de15c48468447bb6" providerId="LiveId" clId="{BA07C1F7-6184-465C-898E-CEA26E5B0089}" dt="2025-12-29T14:44:25.660" v="11"/>
          <ac:spMkLst>
            <pc:docMk/>
            <pc:sldMk cId="2717519933" sldId="261"/>
            <ac:spMk id="5" creationId="{81ABF4BD-775E-0A24-6098-8D2A028631F0}"/>
          </ac:spMkLst>
        </pc:spChg>
      </pc:sldChg>
      <pc:sldChg chg="delSp modSp mod modNotesTx">
        <pc:chgData name="보경 김" userId="de15c48468447bb6" providerId="LiveId" clId="{BA07C1F7-6184-465C-898E-CEA26E5B0089}" dt="2025-12-29T14:55:17.553" v="128" actId="20577"/>
        <pc:sldMkLst>
          <pc:docMk/>
          <pc:sldMk cId="3086688322" sldId="262"/>
        </pc:sldMkLst>
        <pc:spChg chg="mod">
          <ac:chgData name="보경 김" userId="de15c48468447bb6" providerId="LiveId" clId="{BA07C1F7-6184-465C-898E-CEA26E5B0089}" dt="2025-12-29T14:54:10.915" v="62" actId="20577"/>
          <ac:spMkLst>
            <pc:docMk/>
            <pc:sldMk cId="3086688322" sldId="262"/>
            <ac:spMk id="2" creationId="{317956BB-2F82-5429-5820-F806DD307003}"/>
          </ac:spMkLst>
        </pc:spChg>
        <pc:spChg chg="del mod">
          <ac:chgData name="보경 김" userId="de15c48468447bb6" providerId="LiveId" clId="{BA07C1F7-6184-465C-898E-CEA26E5B0089}" dt="2025-12-29T14:37:44.102" v="1" actId="478"/>
          <ac:spMkLst>
            <pc:docMk/>
            <pc:sldMk cId="3086688322" sldId="262"/>
            <ac:spMk id="5" creationId="{92EEAC9E-8367-99F0-DB9B-120DC40B8C12}"/>
          </ac:spMkLst>
        </pc:spChg>
        <pc:spChg chg="mod">
          <ac:chgData name="보경 김" userId="de15c48468447bb6" providerId="LiveId" clId="{BA07C1F7-6184-465C-898E-CEA26E5B0089}" dt="2025-12-29T14:52:24.295" v="33" actId="20577"/>
          <ac:spMkLst>
            <pc:docMk/>
            <pc:sldMk cId="3086688322" sldId="262"/>
            <ac:spMk id="14" creationId="{D803CD1E-2E61-5914-14FE-A7FD596A044E}"/>
          </ac:spMkLst>
        </pc:spChg>
        <pc:spChg chg="mod">
          <ac:chgData name="보경 김" userId="de15c48468447bb6" providerId="LiveId" clId="{BA07C1F7-6184-465C-898E-CEA26E5B0089}" dt="2025-12-29T14:50:23.036" v="18" actId="1036"/>
          <ac:spMkLst>
            <pc:docMk/>
            <pc:sldMk cId="3086688322" sldId="262"/>
            <ac:spMk id="15" creationId="{15F9F83D-919F-4FEC-C1F5-80CC90D05FD5}"/>
          </ac:spMkLst>
        </pc:spChg>
      </pc:sldChg>
      <pc:sldChg chg="addSp delSp modSp add mod ord modNotesTx">
        <pc:chgData name="보경 김" userId="de15c48468447bb6" providerId="LiveId" clId="{BA07C1F7-6184-465C-898E-CEA26E5B0089}" dt="2025-12-29T15:27:09.180" v="1292" actId="1076"/>
        <pc:sldMkLst>
          <pc:docMk/>
          <pc:sldMk cId="2745376178" sldId="263"/>
        </pc:sldMkLst>
        <pc:spChg chg="del">
          <ac:chgData name="보경 김" userId="de15c48468447bb6" providerId="LiveId" clId="{BA07C1F7-6184-465C-898E-CEA26E5B0089}" dt="2025-12-29T14:58:54.275" v="279" actId="478"/>
          <ac:spMkLst>
            <pc:docMk/>
            <pc:sldMk cId="2745376178" sldId="263"/>
            <ac:spMk id="2" creationId="{A8289782-0612-698D-1DC3-ECE31F3AEC00}"/>
          </ac:spMkLst>
        </pc:spChg>
        <pc:spChg chg="del">
          <ac:chgData name="보경 김" userId="de15c48468447bb6" providerId="LiveId" clId="{BA07C1F7-6184-465C-898E-CEA26E5B0089}" dt="2025-12-29T14:58:54.275" v="279" actId="478"/>
          <ac:spMkLst>
            <pc:docMk/>
            <pc:sldMk cId="2745376178" sldId="263"/>
            <ac:spMk id="3" creationId="{84D28CBF-E713-9522-048D-7535F0A5B136}"/>
          </ac:spMkLst>
        </pc:spChg>
        <pc:spChg chg="add mod">
          <ac:chgData name="보경 김" userId="de15c48468447bb6" providerId="LiveId" clId="{BA07C1F7-6184-465C-898E-CEA26E5B0089}" dt="2025-12-29T14:57:08.674" v="146" actId="1076"/>
          <ac:spMkLst>
            <pc:docMk/>
            <pc:sldMk cId="2745376178" sldId="263"/>
            <ac:spMk id="5" creationId="{A7DACE42-2ED3-C8A9-FD7D-69F622EFF783}"/>
          </ac:spMkLst>
        </pc:spChg>
        <pc:spChg chg="mod">
          <ac:chgData name="보경 김" userId="de15c48468447bb6" providerId="LiveId" clId="{BA07C1F7-6184-465C-898E-CEA26E5B0089}" dt="2025-12-29T14:56:04.083" v="136" actId="113"/>
          <ac:spMkLst>
            <pc:docMk/>
            <pc:sldMk cId="2745376178" sldId="263"/>
            <ac:spMk id="7" creationId="{2CEAB189-8780-36C5-C877-62D2FFDF71B5}"/>
          </ac:spMkLst>
        </pc:spChg>
        <pc:spChg chg="add mod">
          <ac:chgData name="보경 김" userId="de15c48468447bb6" providerId="LiveId" clId="{BA07C1F7-6184-465C-898E-CEA26E5B0089}" dt="2025-12-29T14:56:37.763" v="143" actId="113"/>
          <ac:spMkLst>
            <pc:docMk/>
            <pc:sldMk cId="2745376178" sldId="263"/>
            <ac:spMk id="10" creationId="{259C9537-878A-02F8-152D-166DEBB64C3E}"/>
          </ac:spMkLst>
        </pc:spChg>
        <pc:spChg chg="add mod">
          <ac:chgData name="보경 김" userId="de15c48468447bb6" providerId="LiveId" clId="{BA07C1F7-6184-465C-898E-CEA26E5B0089}" dt="2025-12-29T14:56:20.644" v="137"/>
          <ac:spMkLst>
            <pc:docMk/>
            <pc:sldMk cId="2745376178" sldId="263"/>
            <ac:spMk id="11" creationId="{F7D0D12D-8D31-6DDB-1D7E-4BCCD64B7C6E}"/>
          </ac:spMkLst>
        </pc:spChg>
        <pc:spChg chg="add mod">
          <ac:chgData name="보경 김" userId="de15c48468447bb6" providerId="LiveId" clId="{BA07C1F7-6184-465C-898E-CEA26E5B0089}" dt="2025-12-29T14:56:20.644" v="137"/>
          <ac:spMkLst>
            <pc:docMk/>
            <pc:sldMk cId="2745376178" sldId="263"/>
            <ac:spMk id="12" creationId="{1128AB21-0624-43E3-596D-7E98EFBEA89A}"/>
          </ac:spMkLst>
        </pc:spChg>
        <pc:spChg chg="add mod">
          <ac:chgData name="보경 김" userId="de15c48468447bb6" providerId="LiveId" clId="{BA07C1F7-6184-465C-898E-CEA26E5B0089}" dt="2025-12-29T14:57:17.779" v="149" actId="115"/>
          <ac:spMkLst>
            <pc:docMk/>
            <pc:sldMk cId="2745376178" sldId="263"/>
            <ac:spMk id="13" creationId="{1A467665-8B65-E4A4-42D9-881C57314E9A}"/>
          </ac:spMkLst>
        </pc:spChg>
        <pc:spChg chg="add del mod">
          <ac:chgData name="보경 김" userId="de15c48468447bb6" providerId="LiveId" clId="{BA07C1F7-6184-465C-898E-CEA26E5B0089}" dt="2025-12-29T14:58:49.724" v="278" actId="478"/>
          <ac:spMkLst>
            <pc:docMk/>
            <pc:sldMk cId="2745376178" sldId="263"/>
            <ac:spMk id="14" creationId="{9D184A5D-FE5D-A105-BB25-218BCFAC4AA5}"/>
          </ac:spMkLst>
        </pc:spChg>
        <pc:spChg chg="del">
          <ac:chgData name="보경 김" userId="de15c48468447bb6" providerId="LiveId" clId="{BA07C1F7-6184-465C-898E-CEA26E5B0089}" dt="2025-12-29T14:56:27.193" v="138" actId="478"/>
          <ac:spMkLst>
            <pc:docMk/>
            <pc:sldMk cId="2745376178" sldId="263"/>
            <ac:spMk id="15" creationId="{2574174A-5C80-8F1B-55DB-C166E8CF670F}"/>
          </ac:spMkLst>
        </pc:spChg>
        <pc:spChg chg="del">
          <ac:chgData name="보경 김" userId="de15c48468447bb6" providerId="LiveId" clId="{BA07C1F7-6184-465C-898E-CEA26E5B0089}" dt="2025-12-29T14:56:27.193" v="138" actId="478"/>
          <ac:spMkLst>
            <pc:docMk/>
            <pc:sldMk cId="2745376178" sldId="263"/>
            <ac:spMk id="16" creationId="{D72FA69B-D19D-FF44-6A4E-84C21BEA3F88}"/>
          </ac:spMkLst>
        </pc:spChg>
        <pc:spChg chg="add del mod">
          <ac:chgData name="보경 김" userId="de15c48468447bb6" providerId="LiveId" clId="{BA07C1F7-6184-465C-898E-CEA26E5B0089}" dt="2025-12-29T14:58:49.724" v="278" actId="478"/>
          <ac:spMkLst>
            <pc:docMk/>
            <pc:sldMk cId="2745376178" sldId="263"/>
            <ac:spMk id="17" creationId="{BA4BAE6B-7EF9-5813-FC54-596423F6E771}"/>
          </ac:spMkLst>
        </pc:spChg>
        <pc:spChg chg="mod">
          <ac:chgData name="보경 김" userId="de15c48468447bb6" providerId="LiveId" clId="{BA07C1F7-6184-465C-898E-CEA26E5B0089}" dt="2025-12-29T14:59:03.996" v="281" actId="14100"/>
          <ac:spMkLst>
            <pc:docMk/>
            <pc:sldMk cId="2745376178" sldId="263"/>
            <ac:spMk id="18" creationId="{A393E32D-B127-7421-71C8-AF0DE16C55C9}"/>
          </ac:spMkLst>
        </pc:spChg>
        <pc:spChg chg="mod">
          <ac:chgData name="보경 김" userId="de15c48468447bb6" providerId="LiveId" clId="{BA07C1F7-6184-465C-898E-CEA26E5B0089}" dt="2025-12-29T14:59:23.938" v="317" actId="1076"/>
          <ac:spMkLst>
            <pc:docMk/>
            <pc:sldMk cId="2745376178" sldId="263"/>
            <ac:spMk id="20" creationId="{E7380BF5-3632-E306-16A7-B7EDDEE0A6A1}"/>
          </ac:spMkLst>
        </pc:spChg>
        <pc:spChg chg="mod">
          <ac:chgData name="보경 김" userId="de15c48468447bb6" providerId="LiveId" clId="{BA07C1F7-6184-465C-898E-CEA26E5B0089}" dt="2025-12-29T14:59:30.864" v="319" actId="14100"/>
          <ac:spMkLst>
            <pc:docMk/>
            <pc:sldMk cId="2745376178" sldId="263"/>
            <ac:spMk id="21" creationId="{18129BEC-9A99-7D2D-CDE8-2F4A483C0AB6}"/>
          </ac:spMkLst>
        </pc:spChg>
        <pc:spChg chg="del">
          <ac:chgData name="보경 김" userId="de15c48468447bb6" providerId="LiveId" clId="{BA07C1F7-6184-465C-898E-CEA26E5B0089}" dt="2025-12-29T14:58:54.275" v="279" actId="478"/>
          <ac:spMkLst>
            <pc:docMk/>
            <pc:sldMk cId="2745376178" sldId="263"/>
            <ac:spMk id="28" creationId="{FB19F4C9-B002-7B28-25A4-9CB939DF0966}"/>
          </ac:spMkLst>
        </pc:spChg>
        <pc:cxnChg chg="add mod">
          <ac:chgData name="보경 김" userId="de15c48468447bb6" providerId="LiveId" clId="{BA07C1F7-6184-465C-898E-CEA26E5B0089}" dt="2025-12-29T15:27:09.180" v="1292" actId="1076"/>
          <ac:cxnSpMkLst>
            <pc:docMk/>
            <pc:sldMk cId="2745376178" sldId="263"/>
            <ac:cxnSpMk id="22" creationId="{0ECDC312-95A2-0077-E6D6-15FD13DA49D9}"/>
          </ac:cxnSpMkLst>
        </pc:cxnChg>
        <pc:cxnChg chg="add mod">
          <ac:chgData name="보경 김" userId="de15c48468447bb6" providerId="LiveId" clId="{BA07C1F7-6184-465C-898E-CEA26E5B0089}" dt="2025-12-29T15:27:09.180" v="1292" actId="1076"/>
          <ac:cxnSpMkLst>
            <pc:docMk/>
            <pc:sldMk cId="2745376178" sldId="263"/>
            <ac:cxnSpMk id="23" creationId="{3CB3A79F-811F-C1EF-54AE-3A3AF4FAB5C3}"/>
          </ac:cxnSpMkLst>
        </pc:cxnChg>
        <pc:cxnChg chg="add mod">
          <ac:chgData name="보경 김" userId="de15c48468447bb6" providerId="LiveId" clId="{BA07C1F7-6184-465C-898E-CEA26E5B0089}" dt="2025-12-29T15:27:09.180" v="1292" actId="1076"/>
          <ac:cxnSpMkLst>
            <pc:docMk/>
            <pc:sldMk cId="2745376178" sldId="263"/>
            <ac:cxnSpMk id="24" creationId="{D9F7A6C8-869D-83E4-EC97-4C118E431ABF}"/>
          </ac:cxnSpMkLst>
        </pc:cxnChg>
        <pc:cxnChg chg="add mod">
          <ac:chgData name="보경 김" userId="de15c48468447bb6" providerId="LiveId" clId="{BA07C1F7-6184-465C-898E-CEA26E5B0089}" dt="2025-12-29T15:27:09.180" v="1292" actId="1076"/>
          <ac:cxnSpMkLst>
            <pc:docMk/>
            <pc:sldMk cId="2745376178" sldId="263"/>
            <ac:cxnSpMk id="25" creationId="{96157520-A3B2-C102-A948-D8F237010BDF}"/>
          </ac:cxnSpMkLst>
        </pc:cxnChg>
        <pc:cxnChg chg="add mod">
          <ac:chgData name="보경 김" userId="de15c48468447bb6" providerId="LiveId" clId="{BA07C1F7-6184-465C-898E-CEA26E5B0089}" dt="2025-12-29T15:27:09.180" v="1292" actId="1076"/>
          <ac:cxnSpMkLst>
            <pc:docMk/>
            <pc:sldMk cId="2745376178" sldId="263"/>
            <ac:cxnSpMk id="26" creationId="{E100B8EE-917E-8D71-4838-0D2E9C9B6CD9}"/>
          </ac:cxnSpMkLst>
        </pc:cxnChg>
        <pc:cxnChg chg="add mod">
          <ac:chgData name="보경 김" userId="de15c48468447bb6" providerId="LiveId" clId="{BA07C1F7-6184-465C-898E-CEA26E5B0089}" dt="2025-12-29T15:27:09.180" v="1292" actId="1076"/>
          <ac:cxnSpMkLst>
            <pc:docMk/>
            <pc:sldMk cId="2745376178" sldId="263"/>
            <ac:cxnSpMk id="27" creationId="{0C88D5B3-79A5-86C1-7760-1A0B6858393E}"/>
          </ac:cxnSpMkLst>
        </pc:cxnChg>
        <pc:cxnChg chg="add mod">
          <ac:chgData name="보경 김" userId="de15c48468447bb6" providerId="LiveId" clId="{BA07C1F7-6184-465C-898E-CEA26E5B0089}" dt="2025-12-29T15:27:09.180" v="1292" actId="1076"/>
          <ac:cxnSpMkLst>
            <pc:docMk/>
            <pc:sldMk cId="2745376178" sldId="263"/>
            <ac:cxnSpMk id="29" creationId="{003904BF-53AF-6DF2-1058-65092F14A289}"/>
          </ac:cxnSpMkLst>
        </pc:cxnChg>
        <pc:cxnChg chg="add mod">
          <ac:chgData name="보경 김" userId="de15c48468447bb6" providerId="LiveId" clId="{BA07C1F7-6184-465C-898E-CEA26E5B0089}" dt="2025-12-29T15:27:09.180" v="1292" actId="1076"/>
          <ac:cxnSpMkLst>
            <pc:docMk/>
            <pc:sldMk cId="2745376178" sldId="263"/>
            <ac:cxnSpMk id="30" creationId="{018B996E-F64C-8520-9B96-FE99B7DB066B}"/>
          </ac:cxnSpMkLst>
        </pc:cxnChg>
        <pc:cxnChg chg="add mod">
          <ac:chgData name="보경 김" userId="de15c48468447bb6" providerId="LiveId" clId="{BA07C1F7-6184-465C-898E-CEA26E5B0089}" dt="2025-12-29T15:27:09.180" v="1292" actId="1076"/>
          <ac:cxnSpMkLst>
            <pc:docMk/>
            <pc:sldMk cId="2745376178" sldId="263"/>
            <ac:cxnSpMk id="31" creationId="{53022EB0-B483-153F-5170-6456B6E1A44B}"/>
          </ac:cxnSpMkLst>
        </pc:cxnChg>
      </pc:sldChg>
      <pc:sldChg chg="addSp delSp modSp add mod modNotesTx">
        <pc:chgData name="보경 김" userId="de15c48468447bb6" providerId="LiveId" clId="{BA07C1F7-6184-465C-898E-CEA26E5B0089}" dt="2025-12-29T15:09:00.011" v="613" actId="478"/>
        <pc:sldMkLst>
          <pc:docMk/>
          <pc:sldMk cId="2938260399" sldId="264"/>
        </pc:sldMkLst>
        <pc:spChg chg="add mod">
          <ac:chgData name="보경 김" userId="de15c48468447bb6" providerId="LiveId" clId="{BA07C1F7-6184-465C-898E-CEA26E5B0089}" dt="2025-12-29T15:08:54.141" v="610" actId="1076"/>
          <ac:spMkLst>
            <pc:docMk/>
            <pc:sldMk cId="2938260399" sldId="264"/>
            <ac:spMk id="2" creationId="{709E9F85-DA29-3876-D3D3-580E4A2490B4}"/>
          </ac:spMkLst>
        </pc:spChg>
        <pc:spChg chg="add mod">
          <ac:chgData name="보경 김" userId="de15c48468447bb6" providerId="LiveId" clId="{BA07C1F7-6184-465C-898E-CEA26E5B0089}" dt="2025-12-29T15:08:54.141" v="610" actId="1076"/>
          <ac:spMkLst>
            <pc:docMk/>
            <pc:sldMk cId="2938260399" sldId="264"/>
            <ac:spMk id="3" creationId="{65DA2C51-A484-A130-387F-41CC8FA10784}"/>
          </ac:spMkLst>
        </pc:spChg>
        <pc:spChg chg="del">
          <ac:chgData name="보경 김" userId="de15c48468447bb6" providerId="LiveId" clId="{BA07C1F7-6184-465C-898E-CEA26E5B0089}" dt="2025-12-29T15:05:38.395" v="473" actId="478"/>
          <ac:spMkLst>
            <pc:docMk/>
            <pc:sldMk cId="2938260399" sldId="264"/>
            <ac:spMk id="5" creationId="{28308594-833D-19BE-C942-3C038657F5D0}"/>
          </ac:spMkLst>
        </pc:spChg>
        <pc:spChg chg="mod">
          <ac:chgData name="보경 김" userId="de15c48468447bb6" providerId="LiveId" clId="{BA07C1F7-6184-465C-898E-CEA26E5B0089}" dt="2025-12-29T15:05:28.156" v="472" actId="113"/>
          <ac:spMkLst>
            <pc:docMk/>
            <pc:sldMk cId="2938260399" sldId="264"/>
            <ac:spMk id="7" creationId="{BC8C16A4-1B64-6D62-79BB-EEA13703B659}"/>
          </ac:spMkLst>
        </pc:spChg>
        <pc:spChg chg="mod">
          <ac:chgData name="보경 김" userId="de15c48468447bb6" providerId="LiveId" clId="{BA07C1F7-6184-465C-898E-CEA26E5B0089}" dt="2025-12-29T15:07:31.561" v="546" actId="113"/>
          <ac:spMkLst>
            <pc:docMk/>
            <pc:sldMk cId="2938260399" sldId="264"/>
            <ac:spMk id="8" creationId="{11EDF749-0883-4A56-BE68-62B56E154DB9}"/>
          </ac:spMkLst>
        </pc:spChg>
        <pc:spChg chg="del">
          <ac:chgData name="보경 김" userId="de15c48468447bb6" providerId="LiveId" clId="{BA07C1F7-6184-465C-898E-CEA26E5B0089}" dt="2025-12-29T15:05:38.395" v="473" actId="478"/>
          <ac:spMkLst>
            <pc:docMk/>
            <pc:sldMk cId="2938260399" sldId="264"/>
            <ac:spMk id="10" creationId="{5805283C-8C17-183B-6810-7FCDA92F9276}"/>
          </ac:spMkLst>
        </pc:spChg>
        <pc:spChg chg="del">
          <ac:chgData name="보경 김" userId="de15c48468447bb6" providerId="LiveId" clId="{BA07C1F7-6184-465C-898E-CEA26E5B0089}" dt="2025-12-29T15:05:38.395" v="473" actId="478"/>
          <ac:spMkLst>
            <pc:docMk/>
            <pc:sldMk cId="2938260399" sldId="264"/>
            <ac:spMk id="11" creationId="{14B2B9C9-CE85-57E2-D178-05B34D3C3ACB}"/>
          </ac:spMkLst>
        </pc:spChg>
        <pc:spChg chg="del">
          <ac:chgData name="보경 김" userId="de15c48468447bb6" providerId="LiveId" clId="{BA07C1F7-6184-465C-898E-CEA26E5B0089}" dt="2025-12-29T15:05:38.395" v="473" actId="478"/>
          <ac:spMkLst>
            <pc:docMk/>
            <pc:sldMk cId="2938260399" sldId="264"/>
            <ac:spMk id="12" creationId="{1309A4F7-BCA1-0B89-1FEE-CFE99C75BD12}"/>
          </ac:spMkLst>
        </pc:spChg>
        <pc:spChg chg="del">
          <ac:chgData name="보경 김" userId="de15c48468447bb6" providerId="LiveId" clId="{BA07C1F7-6184-465C-898E-CEA26E5B0089}" dt="2025-12-29T15:05:38.395" v="473" actId="478"/>
          <ac:spMkLst>
            <pc:docMk/>
            <pc:sldMk cId="2938260399" sldId="264"/>
            <ac:spMk id="13" creationId="{01015F25-6512-7B75-4E6D-8B98761A1713}"/>
          </ac:spMkLst>
        </pc:spChg>
        <pc:spChg chg="add mod">
          <ac:chgData name="보경 김" userId="de15c48468447bb6" providerId="LiveId" clId="{BA07C1F7-6184-465C-898E-CEA26E5B0089}" dt="2025-12-29T15:08:54.141" v="610" actId="1076"/>
          <ac:spMkLst>
            <pc:docMk/>
            <pc:sldMk cId="2938260399" sldId="264"/>
            <ac:spMk id="14" creationId="{C5103AC4-7C8F-2A83-0496-87B89D71CF58}"/>
          </ac:spMkLst>
        </pc:spChg>
        <pc:spChg chg="mod">
          <ac:chgData name="보경 김" userId="de15c48468447bb6" providerId="LiveId" clId="{BA07C1F7-6184-465C-898E-CEA26E5B0089}" dt="2025-12-29T15:08:56.072" v="611" actId="1076"/>
          <ac:spMkLst>
            <pc:docMk/>
            <pc:sldMk cId="2938260399" sldId="264"/>
            <ac:spMk id="18" creationId="{A473C6D9-1225-012C-14A3-1D3B4F1F2979}"/>
          </ac:spMkLst>
        </pc:spChg>
        <pc:spChg chg="del mod">
          <ac:chgData name="보경 김" userId="de15c48468447bb6" providerId="LiveId" clId="{BA07C1F7-6184-465C-898E-CEA26E5B0089}" dt="2025-12-29T15:09:00.011" v="613" actId="478"/>
          <ac:spMkLst>
            <pc:docMk/>
            <pc:sldMk cId="2938260399" sldId="264"/>
            <ac:spMk id="20" creationId="{08C5F07D-9827-83EF-BDB9-9D36B7EC70B1}"/>
          </ac:spMkLst>
        </pc:spChg>
        <pc:spChg chg="del">
          <ac:chgData name="보경 김" userId="de15c48468447bb6" providerId="LiveId" clId="{BA07C1F7-6184-465C-898E-CEA26E5B0089}" dt="2025-12-29T15:06:34.463" v="506" actId="478"/>
          <ac:spMkLst>
            <pc:docMk/>
            <pc:sldMk cId="2938260399" sldId="264"/>
            <ac:spMk id="21" creationId="{F9E3BA33-3426-9396-A2FA-5B9062583973}"/>
          </ac:spMkLst>
        </pc:spChg>
        <pc:cxnChg chg="del">
          <ac:chgData name="보경 김" userId="de15c48468447bb6" providerId="LiveId" clId="{BA07C1F7-6184-465C-898E-CEA26E5B0089}" dt="2025-12-29T15:06:33.151" v="505" actId="478"/>
          <ac:cxnSpMkLst>
            <pc:docMk/>
            <pc:sldMk cId="2938260399" sldId="264"/>
            <ac:cxnSpMk id="22" creationId="{6EFC222F-24E7-ADD3-7211-F7777C14AF79}"/>
          </ac:cxnSpMkLst>
        </pc:cxnChg>
        <pc:cxnChg chg="del">
          <ac:chgData name="보경 김" userId="de15c48468447bb6" providerId="LiveId" clId="{BA07C1F7-6184-465C-898E-CEA26E5B0089}" dt="2025-12-29T15:06:33.151" v="505" actId="478"/>
          <ac:cxnSpMkLst>
            <pc:docMk/>
            <pc:sldMk cId="2938260399" sldId="264"/>
            <ac:cxnSpMk id="23" creationId="{F3FAC942-BF3A-ECEB-C6F0-E83F4A3DD6BD}"/>
          </ac:cxnSpMkLst>
        </pc:cxnChg>
        <pc:cxnChg chg="del">
          <ac:chgData name="보경 김" userId="de15c48468447bb6" providerId="LiveId" clId="{BA07C1F7-6184-465C-898E-CEA26E5B0089}" dt="2025-12-29T15:06:33.151" v="505" actId="478"/>
          <ac:cxnSpMkLst>
            <pc:docMk/>
            <pc:sldMk cId="2938260399" sldId="264"/>
            <ac:cxnSpMk id="24" creationId="{DFFD6B71-6710-BCC0-658B-36D4B5A2B269}"/>
          </ac:cxnSpMkLst>
        </pc:cxnChg>
        <pc:cxnChg chg="del">
          <ac:chgData name="보경 김" userId="de15c48468447bb6" providerId="LiveId" clId="{BA07C1F7-6184-465C-898E-CEA26E5B0089}" dt="2025-12-29T15:06:33.151" v="505" actId="478"/>
          <ac:cxnSpMkLst>
            <pc:docMk/>
            <pc:sldMk cId="2938260399" sldId="264"/>
            <ac:cxnSpMk id="25" creationId="{1925B4E8-D42F-62E9-2679-E79170DD4878}"/>
          </ac:cxnSpMkLst>
        </pc:cxnChg>
        <pc:cxnChg chg="del">
          <ac:chgData name="보경 김" userId="de15c48468447bb6" providerId="LiveId" clId="{BA07C1F7-6184-465C-898E-CEA26E5B0089}" dt="2025-12-29T15:06:33.151" v="505" actId="478"/>
          <ac:cxnSpMkLst>
            <pc:docMk/>
            <pc:sldMk cId="2938260399" sldId="264"/>
            <ac:cxnSpMk id="26" creationId="{2AE1D890-B148-1691-8DFC-CD79CFC56384}"/>
          </ac:cxnSpMkLst>
        </pc:cxnChg>
        <pc:cxnChg chg="del">
          <ac:chgData name="보경 김" userId="de15c48468447bb6" providerId="LiveId" clId="{BA07C1F7-6184-465C-898E-CEA26E5B0089}" dt="2025-12-29T15:06:33.151" v="505" actId="478"/>
          <ac:cxnSpMkLst>
            <pc:docMk/>
            <pc:sldMk cId="2938260399" sldId="264"/>
            <ac:cxnSpMk id="27" creationId="{26489B69-308D-7F14-FB64-186E4BBEE34C}"/>
          </ac:cxnSpMkLst>
        </pc:cxnChg>
        <pc:cxnChg chg="del">
          <ac:chgData name="보경 김" userId="de15c48468447bb6" providerId="LiveId" clId="{BA07C1F7-6184-465C-898E-CEA26E5B0089}" dt="2025-12-29T15:06:33.151" v="505" actId="478"/>
          <ac:cxnSpMkLst>
            <pc:docMk/>
            <pc:sldMk cId="2938260399" sldId="264"/>
            <ac:cxnSpMk id="29" creationId="{F66DF76C-AE58-58AB-ED82-D99FAF8EEEF9}"/>
          </ac:cxnSpMkLst>
        </pc:cxnChg>
        <pc:cxnChg chg="del">
          <ac:chgData name="보경 김" userId="de15c48468447bb6" providerId="LiveId" clId="{BA07C1F7-6184-465C-898E-CEA26E5B0089}" dt="2025-12-29T15:06:33.151" v="505" actId="478"/>
          <ac:cxnSpMkLst>
            <pc:docMk/>
            <pc:sldMk cId="2938260399" sldId="264"/>
            <ac:cxnSpMk id="30" creationId="{C10F0C50-3A45-800C-D2F3-DD786F02FE2F}"/>
          </ac:cxnSpMkLst>
        </pc:cxnChg>
        <pc:cxnChg chg="del">
          <ac:chgData name="보경 김" userId="de15c48468447bb6" providerId="LiveId" clId="{BA07C1F7-6184-465C-898E-CEA26E5B0089}" dt="2025-12-29T15:06:33.151" v="505" actId="478"/>
          <ac:cxnSpMkLst>
            <pc:docMk/>
            <pc:sldMk cId="2938260399" sldId="264"/>
            <ac:cxnSpMk id="31" creationId="{70094EEF-B60C-1E2F-DD17-D233A9FC2875}"/>
          </ac:cxnSpMkLst>
        </pc:cxnChg>
      </pc:sldChg>
      <pc:sldChg chg="delSp modSp add mod modNotesTx">
        <pc:chgData name="보경 김" userId="de15c48468447bb6" providerId="LiveId" clId="{BA07C1F7-6184-465C-898E-CEA26E5B0089}" dt="2025-12-29T15:15:07.670" v="971" actId="1076"/>
        <pc:sldMkLst>
          <pc:docMk/>
          <pc:sldMk cId="270378106" sldId="265"/>
        </pc:sldMkLst>
        <pc:spChg chg="mod">
          <ac:chgData name="보경 김" userId="de15c48468447bb6" providerId="LiveId" clId="{BA07C1F7-6184-465C-898E-CEA26E5B0089}" dt="2025-12-29T15:15:07.670" v="971" actId="1076"/>
          <ac:spMkLst>
            <pc:docMk/>
            <pc:sldMk cId="270378106" sldId="265"/>
            <ac:spMk id="2" creationId="{10BA5B8F-4EAA-A581-2886-24B6FE22071C}"/>
          </ac:spMkLst>
        </pc:spChg>
        <pc:spChg chg="del mod">
          <ac:chgData name="보경 김" userId="de15c48468447bb6" providerId="LiveId" clId="{BA07C1F7-6184-465C-898E-CEA26E5B0089}" dt="2025-12-29T15:14:55.943" v="968" actId="478"/>
          <ac:spMkLst>
            <pc:docMk/>
            <pc:sldMk cId="270378106" sldId="265"/>
            <ac:spMk id="3" creationId="{FEAF94FD-14D2-3B3E-B837-70DD9732750F}"/>
          </ac:spMkLst>
        </pc:spChg>
        <pc:spChg chg="mod">
          <ac:chgData name="보경 김" userId="de15c48468447bb6" providerId="LiveId" clId="{BA07C1F7-6184-465C-898E-CEA26E5B0089}" dt="2025-12-29T15:09:31.981" v="618" actId="113"/>
          <ac:spMkLst>
            <pc:docMk/>
            <pc:sldMk cId="270378106" sldId="265"/>
            <ac:spMk id="7" creationId="{95DBFB65-D218-E395-0AC9-1597E7968EBA}"/>
          </ac:spMkLst>
        </pc:spChg>
        <pc:spChg chg="mod">
          <ac:chgData name="보경 김" userId="de15c48468447bb6" providerId="LiveId" clId="{BA07C1F7-6184-465C-898E-CEA26E5B0089}" dt="2025-12-29T15:15:07.670" v="971" actId="1076"/>
          <ac:spMkLst>
            <pc:docMk/>
            <pc:sldMk cId="270378106" sldId="265"/>
            <ac:spMk id="14" creationId="{1146E221-FCB5-AE4A-B4B8-476753FE47F7}"/>
          </ac:spMkLst>
        </pc:spChg>
        <pc:spChg chg="mod">
          <ac:chgData name="보경 김" userId="de15c48468447bb6" providerId="LiveId" clId="{BA07C1F7-6184-465C-898E-CEA26E5B0089}" dt="2025-12-29T15:15:07.670" v="971" actId="1076"/>
          <ac:spMkLst>
            <pc:docMk/>
            <pc:sldMk cId="270378106" sldId="265"/>
            <ac:spMk id="18" creationId="{16D9D3C0-A924-C332-5BF5-D393AEF33199}"/>
          </ac:spMkLst>
        </pc:spChg>
      </pc:sldChg>
      <pc:sldChg chg="addSp delSp modSp add mod modNotesTx">
        <pc:chgData name="보경 김" userId="de15c48468447bb6" providerId="LiveId" clId="{BA07C1F7-6184-465C-898E-CEA26E5B0089}" dt="2025-12-29T15:47:35.771" v="1944" actId="20577"/>
        <pc:sldMkLst>
          <pc:docMk/>
          <pc:sldMk cId="706227192" sldId="266"/>
        </pc:sldMkLst>
        <pc:spChg chg="mod">
          <ac:chgData name="보경 김" userId="de15c48468447bb6" providerId="LiveId" clId="{BA07C1F7-6184-465C-898E-CEA26E5B0089}" dt="2025-12-29T15:42:45.032" v="1687" actId="1076"/>
          <ac:spMkLst>
            <pc:docMk/>
            <pc:sldMk cId="706227192" sldId="266"/>
            <ac:spMk id="2" creationId="{6A3DF799-0BA6-B415-1BA5-388422A6EC62}"/>
          </ac:spMkLst>
        </pc:spChg>
        <pc:spChg chg="add mod">
          <ac:chgData name="보경 김" userId="de15c48468447bb6" providerId="LiveId" clId="{BA07C1F7-6184-465C-898E-CEA26E5B0089}" dt="2025-12-29T15:31:42.267" v="1442" actId="20577"/>
          <ac:spMkLst>
            <pc:docMk/>
            <pc:sldMk cId="706227192" sldId="266"/>
            <ac:spMk id="3" creationId="{FFC59972-17EA-A7A0-575B-EB088441A5F3}"/>
          </ac:spMkLst>
        </pc:spChg>
        <pc:spChg chg="mod">
          <ac:chgData name="보경 김" userId="de15c48468447bb6" providerId="LiveId" clId="{BA07C1F7-6184-465C-898E-CEA26E5B0089}" dt="2025-12-29T15:33:49.832" v="1457" actId="1076"/>
          <ac:spMkLst>
            <pc:docMk/>
            <pc:sldMk cId="706227192" sldId="266"/>
            <ac:spMk id="4" creationId="{4C980537-52A2-9319-88AE-E03B80FE5DBA}"/>
          </ac:spMkLst>
        </pc:spChg>
        <pc:spChg chg="add mod">
          <ac:chgData name="보경 김" userId="de15c48468447bb6" providerId="LiveId" clId="{BA07C1F7-6184-465C-898E-CEA26E5B0089}" dt="2025-12-29T15:41:34.134" v="1682" actId="164"/>
          <ac:spMkLst>
            <pc:docMk/>
            <pc:sldMk cId="706227192" sldId="266"/>
            <ac:spMk id="5" creationId="{B36EFDEA-26EC-FD05-0B49-CF374C407946}"/>
          </ac:spMkLst>
        </pc:spChg>
        <pc:spChg chg="mod">
          <ac:chgData name="보경 김" userId="de15c48468447bb6" providerId="LiveId" clId="{BA07C1F7-6184-465C-898E-CEA26E5B0089}" dt="2025-12-29T15:15:37.650" v="982" actId="113"/>
          <ac:spMkLst>
            <pc:docMk/>
            <pc:sldMk cId="706227192" sldId="266"/>
            <ac:spMk id="7" creationId="{9D0D6C5B-B232-8CFC-13DE-B7B1474CED6A}"/>
          </ac:spMkLst>
        </pc:spChg>
        <pc:spChg chg="mod">
          <ac:chgData name="보경 김" userId="de15c48468447bb6" providerId="LiveId" clId="{BA07C1F7-6184-465C-898E-CEA26E5B0089}" dt="2025-12-29T15:34:46.500" v="1520" actId="1076"/>
          <ac:spMkLst>
            <pc:docMk/>
            <pc:sldMk cId="706227192" sldId="266"/>
            <ac:spMk id="9" creationId="{6A5C3A93-972C-2082-E51E-571945E02C90}"/>
          </ac:spMkLst>
        </pc:spChg>
        <pc:spChg chg="mod">
          <ac:chgData name="보경 김" userId="de15c48468447bb6" providerId="LiveId" clId="{BA07C1F7-6184-465C-898E-CEA26E5B0089}" dt="2025-12-29T15:23:50.922" v="1220" actId="207"/>
          <ac:spMkLst>
            <pc:docMk/>
            <pc:sldMk cId="706227192" sldId="266"/>
            <ac:spMk id="13" creationId="{0BB5B3B8-CC2E-F7B7-79C3-1DA48B1D7F4E}"/>
          </ac:spMkLst>
        </pc:spChg>
        <pc:spChg chg="mod">
          <ac:chgData name="보경 김" userId="de15c48468447bb6" providerId="LiveId" clId="{BA07C1F7-6184-465C-898E-CEA26E5B0089}" dt="2025-12-29T15:43:06.863" v="1691" actId="20577"/>
          <ac:spMkLst>
            <pc:docMk/>
            <pc:sldMk cId="706227192" sldId="266"/>
            <ac:spMk id="14" creationId="{CEF6E6A8-9B1F-9241-72B1-E9A0D238577F}"/>
          </ac:spMkLst>
        </pc:spChg>
        <pc:spChg chg="mod">
          <ac:chgData name="보경 김" userId="de15c48468447bb6" providerId="LiveId" clId="{BA07C1F7-6184-465C-898E-CEA26E5B0089}" dt="2025-12-29T15:23:50.922" v="1220" actId="207"/>
          <ac:spMkLst>
            <pc:docMk/>
            <pc:sldMk cId="706227192" sldId="266"/>
            <ac:spMk id="15" creationId="{61FBD338-27EF-487C-2410-7B6BC4D2B7FB}"/>
          </ac:spMkLst>
        </pc:spChg>
        <pc:spChg chg="add mod">
          <ac:chgData name="보경 김" userId="de15c48468447bb6" providerId="LiveId" clId="{BA07C1F7-6184-465C-898E-CEA26E5B0089}" dt="2025-12-29T15:30:23.158" v="1366" actId="14100"/>
          <ac:spMkLst>
            <pc:docMk/>
            <pc:sldMk cId="706227192" sldId="266"/>
            <ac:spMk id="16" creationId="{97C33990-82A2-2F93-B824-448E4769E035}"/>
          </ac:spMkLst>
        </pc:spChg>
        <pc:spChg chg="mod">
          <ac:chgData name="보경 김" userId="de15c48468447bb6" providerId="LiveId" clId="{BA07C1F7-6184-465C-898E-CEA26E5B0089}" dt="2025-12-29T15:29:17.110" v="1303" actId="14100"/>
          <ac:spMkLst>
            <pc:docMk/>
            <pc:sldMk cId="706227192" sldId="266"/>
            <ac:spMk id="18" creationId="{61C17351-3D9C-550D-7C7C-945E24BA4E51}"/>
          </ac:spMkLst>
        </pc:spChg>
        <pc:spChg chg="add mod">
          <ac:chgData name="보경 김" userId="de15c48468447bb6" providerId="LiveId" clId="{BA07C1F7-6184-465C-898E-CEA26E5B0089}" dt="2025-12-29T15:44:33.337" v="1713" actId="1076"/>
          <ac:spMkLst>
            <pc:docMk/>
            <pc:sldMk cId="706227192" sldId="266"/>
            <ac:spMk id="23" creationId="{8A67B2B9-70B4-A8D9-F1E5-A897B3655A3F}"/>
          </ac:spMkLst>
        </pc:spChg>
        <pc:spChg chg="add mod">
          <ac:chgData name="보경 김" userId="de15c48468447bb6" providerId="LiveId" clId="{BA07C1F7-6184-465C-898E-CEA26E5B0089}" dt="2025-12-29T15:37:32.112" v="1576" actId="1035"/>
          <ac:spMkLst>
            <pc:docMk/>
            <pc:sldMk cId="706227192" sldId="266"/>
            <ac:spMk id="31" creationId="{E38363A6-945D-9574-318E-A56F3D257C7B}"/>
          </ac:spMkLst>
        </pc:spChg>
        <pc:spChg chg="add mod">
          <ac:chgData name="보경 김" userId="de15c48468447bb6" providerId="LiveId" clId="{BA07C1F7-6184-465C-898E-CEA26E5B0089}" dt="2025-12-29T15:37:38.647" v="1579" actId="1035"/>
          <ac:spMkLst>
            <pc:docMk/>
            <pc:sldMk cId="706227192" sldId="266"/>
            <ac:spMk id="32" creationId="{55FDA217-2436-5A6D-2876-B1B6F8772278}"/>
          </ac:spMkLst>
        </pc:spChg>
        <pc:spChg chg="add mod">
          <ac:chgData name="보경 김" userId="de15c48468447bb6" providerId="LiveId" clId="{BA07C1F7-6184-465C-898E-CEA26E5B0089}" dt="2025-12-29T15:38:10.865" v="1604" actId="164"/>
          <ac:spMkLst>
            <pc:docMk/>
            <pc:sldMk cId="706227192" sldId="266"/>
            <ac:spMk id="37" creationId="{7D8AEEE1-F95C-559B-AD84-DFB8A39CD79A}"/>
          </ac:spMkLst>
        </pc:spChg>
        <pc:spChg chg="add mod">
          <ac:chgData name="보경 김" userId="de15c48468447bb6" providerId="LiveId" clId="{BA07C1F7-6184-465C-898E-CEA26E5B0089}" dt="2025-12-29T15:39:17.298" v="1640" actId="164"/>
          <ac:spMkLst>
            <pc:docMk/>
            <pc:sldMk cId="706227192" sldId="266"/>
            <ac:spMk id="41" creationId="{9CBB293D-6C10-510E-6382-00584A4AEDFE}"/>
          </ac:spMkLst>
        </pc:spChg>
        <pc:spChg chg="add mod">
          <ac:chgData name="보경 김" userId="de15c48468447bb6" providerId="LiveId" clId="{BA07C1F7-6184-465C-898E-CEA26E5B0089}" dt="2025-12-29T15:41:24.263" v="1681" actId="164"/>
          <ac:spMkLst>
            <pc:docMk/>
            <pc:sldMk cId="706227192" sldId="266"/>
            <ac:spMk id="47" creationId="{89A9FF73-E671-3B33-0CF9-65FC8082A6D9}"/>
          </ac:spMkLst>
        </pc:spChg>
        <pc:spChg chg="add mod">
          <ac:chgData name="보경 김" userId="de15c48468447bb6" providerId="LiveId" clId="{BA07C1F7-6184-465C-898E-CEA26E5B0089}" dt="2025-12-29T15:44:30.924" v="1712" actId="1076"/>
          <ac:spMkLst>
            <pc:docMk/>
            <pc:sldMk cId="706227192" sldId="266"/>
            <ac:spMk id="50" creationId="{A31E40A0-D82C-DC69-990A-9AFB30C765F2}"/>
          </ac:spMkLst>
        </pc:spChg>
        <pc:spChg chg="add mod">
          <ac:chgData name="보경 김" userId="de15c48468447bb6" providerId="LiveId" clId="{BA07C1F7-6184-465C-898E-CEA26E5B0089}" dt="2025-12-29T15:45:09.340" v="1744" actId="20577"/>
          <ac:spMkLst>
            <pc:docMk/>
            <pc:sldMk cId="706227192" sldId="266"/>
            <ac:spMk id="51" creationId="{BE898AD3-415B-BAEF-E622-C4FC747700E6}"/>
          </ac:spMkLst>
        </pc:spChg>
        <pc:spChg chg="add mod">
          <ac:chgData name="보경 김" userId="de15c48468447bb6" providerId="LiveId" clId="{BA07C1F7-6184-465C-898E-CEA26E5B0089}" dt="2025-12-29T15:44:40.796" v="1715"/>
          <ac:spMkLst>
            <pc:docMk/>
            <pc:sldMk cId="706227192" sldId="266"/>
            <ac:spMk id="52" creationId="{1BF6BE78-AF99-6B71-9180-3A89573D4CF4}"/>
          </ac:spMkLst>
        </pc:spChg>
        <pc:spChg chg="add mod">
          <ac:chgData name="보경 김" userId="de15c48468447bb6" providerId="LiveId" clId="{BA07C1F7-6184-465C-898E-CEA26E5B0089}" dt="2025-12-29T15:45:39.791" v="1818" actId="20577"/>
          <ac:spMkLst>
            <pc:docMk/>
            <pc:sldMk cId="706227192" sldId="266"/>
            <ac:spMk id="53" creationId="{05411F66-EBDA-07A9-A342-CE5E4E39B921}"/>
          </ac:spMkLst>
        </pc:spChg>
        <pc:grpChg chg="mod">
          <ac:chgData name="보경 김" userId="de15c48468447bb6" providerId="LiveId" clId="{BA07C1F7-6184-465C-898E-CEA26E5B0089}" dt="2025-12-29T15:41:34.134" v="1682" actId="164"/>
          <ac:grpSpMkLst>
            <pc:docMk/>
            <pc:sldMk cId="706227192" sldId="266"/>
            <ac:grpSpMk id="12" creationId="{0C110128-9222-DEB4-9BDF-B9BCBF82A782}"/>
          </ac:grpSpMkLst>
        </pc:grpChg>
        <pc:grpChg chg="add mod">
          <ac:chgData name="보경 김" userId="de15c48468447bb6" providerId="LiveId" clId="{BA07C1F7-6184-465C-898E-CEA26E5B0089}" dt="2025-12-29T15:42:59.910" v="1689" actId="1076"/>
          <ac:grpSpMkLst>
            <pc:docMk/>
            <pc:sldMk cId="706227192" sldId="266"/>
            <ac:grpSpMk id="35" creationId="{F579E5F0-7EFC-EED2-D20D-47E77CDBF7A1}"/>
          </ac:grpSpMkLst>
        </pc:grpChg>
        <pc:grpChg chg="add mod">
          <ac:chgData name="보경 김" userId="de15c48468447bb6" providerId="LiveId" clId="{BA07C1F7-6184-465C-898E-CEA26E5B0089}" dt="2025-12-29T15:42:59.910" v="1689" actId="1076"/>
          <ac:grpSpMkLst>
            <pc:docMk/>
            <pc:sldMk cId="706227192" sldId="266"/>
            <ac:grpSpMk id="36" creationId="{6451A366-CB98-D992-2A54-7C112E30F024}"/>
          </ac:grpSpMkLst>
        </pc:grpChg>
        <pc:grpChg chg="add mod">
          <ac:chgData name="보경 김" userId="de15c48468447bb6" providerId="LiveId" clId="{BA07C1F7-6184-465C-898E-CEA26E5B0089}" dt="2025-12-29T15:42:59.910" v="1689" actId="1076"/>
          <ac:grpSpMkLst>
            <pc:docMk/>
            <pc:sldMk cId="706227192" sldId="266"/>
            <ac:grpSpMk id="38" creationId="{5CB93106-9C65-BE81-DA56-E8673E01CE94}"/>
          </ac:grpSpMkLst>
        </pc:grpChg>
        <pc:grpChg chg="add mod">
          <ac:chgData name="보경 김" userId="de15c48468447bb6" providerId="LiveId" clId="{BA07C1F7-6184-465C-898E-CEA26E5B0089}" dt="2025-12-29T15:42:59.910" v="1689" actId="1076"/>
          <ac:grpSpMkLst>
            <pc:docMk/>
            <pc:sldMk cId="706227192" sldId="266"/>
            <ac:grpSpMk id="42" creationId="{8AD7131A-FE1A-4CD3-4308-9E1DE2F02FA5}"/>
          </ac:grpSpMkLst>
        </pc:grpChg>
        <pc:grpChg chg="add mod">
          <ac:chgData name="보경 김" userId="de15c48468447bb6" providerId="LiveId" clId="{BA07C1F7-6184-465C-898E-CEA26E5B0089}" dt="2025-12-29T15:42:59.910" v="1689" actId="1076"/>
          <ac:grpSpMkLst>
            <pc:docMk/>
            <pc:sldMk cId="706227192" sldId="266"/>
            <ac:grpSpMk id="48" creationId="{7719C693-63AB-49C2-2F9A-B1C5BD076CEA}"/>
          </ac:grpSpMkLst>
        </pc:grpChg>
        <pc:grpChg chg="add mod">
          <ac:chgData name="보경 김" userId="de15c48468447bb6" providerId="LiveId" clId="{BA07C1F7-6184-465C-898E-CEA26E5B0089}" dt="2025-12-29T15:41:34.134" v="1682" actId="164"/>
          <ac:grpSpMkLst>
            <pc:docMk/>
            <pc:sldMk cId="706227192" sldId="266"/>
            <ac:grpSpMk id="49" creationId="{CBA3441E-3C77-430E-4287-DBA1E650370D}"/>
          </ac:grpSpMkLst>
        </pc:grpChg>
        <pc:picChg chg="add del mod">
          <ac:chgData name="보경 김" userId="de15c48468447bb6" providerId="LiveId" clId="{BA07C1F7-6184-465C-898E-CEA26E5B0089}" dt="2025-12-29T15:23:43.561" v="1219" actId="27803"/>
          <ac:picMkLst>
            <pc:docMk/>
            <pc:sldMk cId="706227192" sldId="266"/>
            <ac:picMk id="11" creationId="{F5FBD05D-BD1F-1636-92B4-D9730711DC92}"/>
          </ac:picMkLst>
        </pc:picChg>
        <pc:picChg chg="add mod">
          <ac:chgData name="보경 김" userId="de15c48468447bb6" providerId="LiveId" clId="{BA07C1F7-6184-465C-898E-CEA26E5B0089}" dt="2025-12-29T15:37:02.431" v="1564" actId="1035"/>
          <ac:picMkLst>
            <pc:docMk/>
            <pc:sldMk cId="706227192" sldId="266"/>
            <ac:picMk id="25" creationId="{147D82B0-49B0-68CC-9009-45CDBC01BEF8}"/>
          </ac:picMkLst>
        </pc:picChg>
        <pc:picChg chg="add mod">
          <ac:chgData name="보경 김" userId="de15c48468447bb6" providerId="LiveId" clId="{BA07C1F7-6184-465C-898E-CEA26E5B0089}" dt="2025-12-29T15:37:17.646" v="1565" actId="164"/>
          <ac:picMkLst>
            <pc:docMk/>
            <pc:sldMk cId="706227192" sldId="266"/>
            <ac:picMk id="30" creationId="{58AA71FC-0839-10A6-F5DE-2A6F6A978B05}"/>
          </ac:picMkLst>
        </pc:picChg>
        <pc:picChg chg="add mod">
          <ac:chgData name="보경 김" userId="de15c48468447bb6" providerId="LiveId" clId="{BA07C1F7-6184-465C-898E-CEA26E5B0089}" dt="2025-12-29T15:38:10.865" v="1604" actId="164"/>
          <ac:picMkLst>
            <pc:docMk/>
            <pc:sldMk cId="706227192" sldId="266"/>
            <ac:picMk id="34" creationId="{64A2481F-B993-4A1B-8C24-E8A06BBF0FE7}"/>
          </ac:picMkLst>
        </pc:picChg>
        <pc:picChg chg="add mod">
          <ac:chgData name="보경 김" userId="de15c48468447bb6" providerId="LiveId" clId="{BA07C1F7-6184-465C-898E-CEA26E5B0089}" dt="2025-12-29T15:39:17.298" v="1640" actId="164"/>
          <ac:picMkLst>
            <pc:docMk/>
            <pc:sldMk cId="706227192" sldId="266"/>
            <ac:picMk id="40" creationId="{5456724C-3233-A615-4828-26C5DBE685AB}"/>
          </ac:picMkLst>
        </pc:picChg>
        <pc:picChg chg="add mod">
          <ac:chgData name="보경 김" userId="de15c48468447bb6" providerId="LiveId" clId="{BA07C1F7-6184-465C-898E-CEA26E5B0089}" dt="2025-12-29T15:41:24.263" v="1681" actId="164"/>
          <ac:picMkLst>
            <pc:docMk/>
            <pc:sldMk cId="706227192" sldId="266"/>
            <ac:picMk id="44" creationId="{D7CF059B-E208-8F54-C6D8-5D94A0D88D73}"/>
          </ac:picMkLst>
        </pc:picChg>
        <pc:picChg chg="add del mod">
          <ac:chgData name="보경 김" userId="de15c48468447bb6" providerId="LiveId" clId="{BA07C1F7-6184-465C-898E-CEA26E5B0089}" dt="2025-12-29T15:40:36.622" v="1647" actId="478"/>
          <ac:picMkLst>
            <pc:docMk/>
            <pc:sldMk cId="706227192" sldId="266"/>
            <ac:picMk id="46" creationId="{CDBB2C5B-E764-F45E-17CF-718264D740FF}"/>
          </ac:picMkLst>
        </pc:picChg>
        <pc:cxnChg chg="add mod">
          <ac:chgData name="보경 김" userId="de15c48468447bb6" providerId="LiveId" clId="{BA07C1F7-6184-465C-898E-CEA26E5B0089}" dt="2025-12-29T15:29:17.110" v="1303" actId="14100"/>
          <ac:cxnSpMkLst>
            <pc:docMk/>
            <pc:sldMk cId="706227192" sldId="266"/>
            <ac:cxnSpMk id="19" creationId="{EEC5DB72-52DE-0C93-F1D5-F7810A064EFE}"/>
          </ac:cxnSpMkLst>
        </pc:cxnChg>
        <pc:cxnChg chg="add del mod">
          <ac:chgData name="보경 김" userId="de15c48468447bb6" providerId="LiveId" clId="{BA07C1F7-6184-465C-898E-CEA26E5B0089}" dt="2025-12-29T15:42:39.281" v="1685" actId="478"/>
          <ac:cxnSpMkLst>
            <pc:docMk/>
            <pc:sldMk cId="706227192" sldId="266"/>
            <ac:cxnSpMk id="27" creationId="{61FC6F96-5E2D-1F4C-FD51-C52C6A25DF0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3FD76-4DAF-4746-8629-9D03688ABC84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7BA84E-93B7-4A2B-A511-6E4EC84EFA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55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메인 화면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BA84E-93B7-4A2B-A511-6E4EC84EFA4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208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dirty="0"/>
              <a:t>아티스트</a:t>
            </a:r>
            <a:endParaRPr lang="en-US" altLang="ko-KR" dirty="0"/>
          </a:p>
          <a:p>
            <a:pPr marL="800100" lvl="1" indent="-342900">
              <a:buAutoNum type="arabicParenR"/>
            </a:pPr>
            <a:r>
              <a:rPr lang="ko-KR" altLang="en-US" dirty="0"/>
              <a:t>아티스트 이미지 </a:t>
            </a:r>
            <a:r>
              <a:rPr lang="en-US" altLang="ko-KR" dirty="0"/>
              <a:t>-&gt; </a:t>
            </a:r>
            <a:r>
              <a:rPr lang="ko-KR" altLang="en-US" dirty="0"/>
              <a:t>클릭하면 각 뮤지션 </a:t>
            </a:r>
            <a:r>
              <a:rPr lang="en-US" altLang="ko-KR" dirty="0"/>
              <a:t>Introduce </a:t>
            </a:r>
            <a:r>
              <a:rPr lang="ko-KR" altLang="en-US" dirty="0"/>
              <a:t>페이지로 </a:t>
            </a:r>
            <a:r>
              <a:rPr lang="ko-KR" altLang="en-US" dirty="0" err="1"/>
              <a:t>넘어감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BA84E-93B7-4A2B-A511-6E4EC84EFA4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50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dirty="0"/>
              <a:t>아티스트</a:t>
            </a:r>
            <a:endParaRPr lang="en-US" altLang="ko-KR" dirty="0"/>
          </a:p>
          <a:p>
            <a:pPr marL="800100" lvl="1" indent="-342900">
              <a:buAutoNum type="arabicParenR"/>
            </a:pPr>
            <a:r>
              <a:rPr lang="ko-KR" altLang="en-US" dirty="0"/>
              <a:t>소개</a:t>
            </a:r>
            <a:endParaRPr lang="en-US" altLang="ko-KR" dirty="0"/>
          </a:p>
          <a:p>
            <a:pPr marL="800100" lvl="1" indent="-342900">
              <a:buAutoNum type="arabicParenR"/>
            </a:pPr>
            <a:r>
              <a:rPr lang="ko-KR" altLang="en-US" dirty="0"/>
              <a:t>음원</a:t>
            </a:r>
            <a:r>
              <a:rPr lang="en-US" altLang="ko-KR" dirty="0"/>
              <a:t>(</a:t>
            </a:r>
            <a:r>
              <a:rPr lang="ko-KR" altLang="en-US" dirty="0"/>
              <a:t>스포티파이</a:t>
            </a:r>
            <a:r>
              <a:rPr lang="en-US" altLang="ko-KR" dirty="0"/>
              <a:t>)</a:t>
            </a:r>
          </a:p>
          <a:p>
            <a:pPr marL="800100" lvl="1" indent="-342900">
              <a:buAutoNum type="arabicParenR"/>
            </a:pPr>
            <a:r>
              <a:rPr lang="ko-KR" altLang="en-US" dirty="0"/>
              <a:t>영상 및 뮤직비디오</a:t>
            </a:r>
            <a:r>
              <a:rPr lang="en-US" altLang="ko-KR" dirty="0"/>
              <a:t>(</a:t>
            </a:r>
            <a:r>
              <a:rPr lang="ko-KR" altLang="en-US" dirty="0"/>
              <a:t>유튜브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BA84E-93B7-4A2B-A511-6E4EC84EFA4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18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dirty="0"/>
              <a:t>커뮤니티</a:t>
            </a:r>
            <a:endParaRPr lang="en-US" altLang="ko-KR" dirty="0"/>
          </a:p>
          <a:p>
            <a:pPr marL="800100" lvl="1" indent="-342900">
              <a:buAutoNum type="arabicParenR"/>
            </a:pPr>
            <a:r>
              <a:rPr lang="ko-KR" altLang="en-US" dirty="0"/>
              <a:t>아티스트 소통 게시판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BA84E-93B7-4A2B-A511-6E4EC84EFA4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206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STORE</a:t>
            </a:r>
          </a:p>
          <a:p>
            <a:pPr marL="800100" lvl="1" indent="-342900">
              <a:buAutoNum type="arabicParenR"/>
            </a:pPr>
            <a:r>
              <a:rPr lang="ko-KR" altLang="en-US" dirty="0"/>
              <a:t>아티스트 </a:t>
            </a:r>
            <a:r>
              <a:rPr lang="en-US" altLang="ko-KR" dirty="0"/>
              <a:t>- </a:t>
            </a:r>
            <a:r>
              <a:rPr lang="ko-KR" altLang="en-US" dirty="0" err="1"/>
              <a:t>뮤지션별</a:t>
            </a:r>
            <a:r>
              <a:rPr lang="ko-KR" altLang="en-US" dirty="0"/>
              <a:t> </a:t>
            </a:r>
            <a:r>
              <a:rPr lang="en-US" altLang="ko-KR" dirty="0"/>
              <a:t>MD</a:t>
            </a:r>
            <a:r>
              <a:rPr lang="ko-KR" altLang="en-US" dirty="0"/>
              <a:t>리스트 정리</a:t>
            </a:r>
            <a:endParaRPr lang="en-US" altLang="ko-KR" dirty="0"/>
          </a:p>
          <a:p>
            <a:pPr marL="800100" lvl="1" indent="-342900">
              <a:buAutoNum type="arabicParenR"/>
            </a:pPr>
            <a:r>
              <a:rPr lang="ko-KR" altLang="en-US" dirty="0" err="1"/>
              <a:t>머천다이즈</a:t>
            </a:r>
            <a:r>
              <a:rPr lang="en-US" altLang="ko-KR" dirty="0"/>
              <a:t>(MD)  </a:t>
            </a:r>
          </a:p>
          <a:p>
            <a:pPr marL="800100" lvl="1" indent="-342900">
              <a:buFontTx/>
              <a:buAutoNum type="arabicParenR"/>
            </a:pPr>
            <a:r>
              <a:rPr lang="ko-KR" altLang="en-US" dirty="0"/>
              <a:t>앨범 </a:t>
            </a:r>
            <a:r>
              <a:rPr lang="en-US" altLang="ko-KR" dirty="0"/>
              <a:t>/ </a:t>
            </a:r>
            <a:r>
              <a:rPr lang="en-US" altLang="ko-KR" dirty="0" err="1"/>
              <a:t>CD&amp;Vinyl</a:t>
            </a:r>
            <a:endParaRPr lang="en-US" altLang="ko-KR" dirty="0"/>
          </a:p>
          <a:p>
            <a:pPr marL="800100" lvl="1" indent="-342900">
              <a:buFontTx/>
              <a:buAutoNum type="arabicParenR"/>
            </a:pPr>
            <a:r>
              <a:rPr lang="ko-KR" altLang="en-US" dirty="0"/>
              <a:t>상품 문의 게시판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BA84E-93B7-4A2B-A511-6E4EC84EFA4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540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86D32-38AE-B684-9492-8C8F9DF18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839FFC-2C40-EF45-5966-BAE2799EC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F48216-6087-D786-EFC7-5376A2E12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dirty="0"/>
              <a:t>상품 </a:t>
            </a:r>
            <a:r>
              <a:rPr lang="en-US" altLang="ko-KR" dirty="0"/>
              <a:t>Q&amp;A</a:t>
            </a:r>
          </a:p>
          <a:p>
            <a:pPr marL="685800" lvl="1" indent="-228600">
              <a:buAutoNum type="arabicParenR"/>
            </a:pPr>
            <a:r>
              <a:rPr lang="ko-KR" altLang="en-US" dirty="0"/>
              <a:t>상품 주문취소 </a:t>
            </a:r>
            <a:r>
              <a:rPr lang="en-US" altLang="ko-KR" dirty="0"/>
              <a:t>/ </a:t>
            </a:r>
            <a:r>
              <a:rPr lang="ko-KR" altLang="en-US" dirty="0"/>
              <a:t>불량 </a:t>
            </a:r>
            <a:r>
              <a:rPr lang="en-US" altLang="ko-KR" dirty="0"/>
              <a:t>/ </a:t>
            </a:r>
            <a:r>
              <a:rPr lang="ko-KR" altLang="en-US" dirty="0"/>
              <a:t>주문수정 </a:t>
            </a:r>
            <a:r>
              <a:rPr lang="en-US" altLang="ko-KR" dirty="0"/>
              <a:t>/</a:t>
            </a:r>
            <a:r>
              <a:rPr lang="ko-KR" altLang="en-US" dirty="0"/>
              <a:t> 기타 관련 문의게시판</a:t>
            </a:r>
            <a:endParaRPr lang="en-US" altLang="ko-KR" dirty="0"/>
          </a:p>
          <a:p>
            <a:pPr marL="685800" lvl="1" indent="-228600">
              <a:buAutoNum type="arabicParenR"/>
            </a:pPr>
            <a:r>
              <a:rPr lang="ko-KR" altLang="en-US" dirty="0"/>
              <a:t>답변 완료</a:t>
            </a:r>
            <a:r>
              <a:rPr lang="en-US" altLang="ko-KR" dirty="0"/>
              <a:t>/</a:t>
            </a:r>
            <a:r>
              <a:rPr lang="ko-KR" altLang="en-US" dirty="0"/>
              <a:t>미완료 표시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8E336F-6451-C33B-194F-F0407B1DF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BA84E-93B7-4A2B-A511-6E4EC84EFA4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114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5920A-CBF1-1564-AA35-DE97C6713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AA7CA0-F64D-6D56-EA8C-31B351309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7946FB-A083-7A4D-A012-33793FD9B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dirty="0"/>
              <a:t>로그인 화면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2FDE8F-99A4-C77D-7368-E829D98A6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BA84E-93B7-4A2B-A511-6E4EC84EFA4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876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5F5A2-F504-B6BD-90F9-A2B607AF2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E70402-36A8-B902-8E6C-A59F289C9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F07DC6-1B82-B739-6871-8DE234E21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dirty="0"/>
              <a:t>회원가입 화면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86C381-F532-5890-4553-C0D7EAFA3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BA84E-93B7-4A2B-A511-6E4EC84EFA4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794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25DEC-E118-3350-7DCC-D5455CCDD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643409-9332-F62F-06D6-1CA647FCC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B6DEEA-E490-D691-3051-EC8F69FB8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User </a:t>
            </a:r>
            <a:r>
              <a:rPr lang="ko-KR" altLang="en-US" dirty="0"/>
              <a:t>로그인 후 화면 </a:t>
            </a:r>
            <a:r>
              <a:rPr lang="en-US" altLang="ko-KR" dirty="0"/>
              <a:t>– </a:t>
            </a:r>
            <a:r>
              <a:rPr lang="ko-KR" altLang="en-US" dirty="0"/>
              <a:t>마이페이지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1) </a:t>
            </a:r>
            <a:r>
              <a:rPr lang="ko-KR" altLang="en-US" dirty="0"/>
              <a:t>설정 </a:t>
            </a:r>
            <a:r>
              <a:rPr lang="en-US" altLang="ko-KR" dirty="0"/>
              <a:t>– </a:t>
            </a:r>
            <a:r>
              <a:rPr lang="ko-KR" altLang="en-US" dirty="0"/>
              <a:t>내 정보</a:t>
            </a:r>
            <a:r>
              <a:rPr lang="en-US" altLang="ko-KR" dirty="0"/>
              <a:t>(</a:t>
            </a:r>
            <a:r>
              <a:rPr lang="ko-KR" altLang="en-US" dirty="0"/>
              <a:t>회원정보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en-US" altLang="ko-KR" dirty="0"/>
              <a:t>2) </a:t>
            </a:r>
            <a:r>
              <a:rPr lang="ko-KR" altLang="en-US" dirty="0"/>
              <a:t>카드 관리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3) </a:t>
            </a:r>
            <a:r>
              <a:rPr lang="ko-KR" altLang="en-US" dirty="0"/>
              <a:t>계좌 관리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CFD0CD-930B-C491-B63D-79FF84AAC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BA84E-93B7-4A2B-A511-6E4EC84EFA4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147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9A4CB5-AB9F-779C-EBD7-C7D09182E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B533D9-E9DA-67C2-2568-9D7683F71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27FD8C-7FE0-4238-FE92-1614C0AC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924A7-981D-4B49-98C3-1709A2DEBCA1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F5461D-79FA-60A3-865C-BFDFEBD57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30FA37-12FD-13E2-88F5-B856B3CC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D4EF-FA0B-4EDB-8CF3-61A4FE6AD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399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0D4A8-238C-B0F4-5DA7-C9D9BE38D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F4D1C3-BC0E-69CF-E7D0-00E25E65F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DE16EE-B360-901A-55A0-922B58D2A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924A7-981D-4B49-98C3-1709A2DEBCA1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E36FE7-51DC-0B88-D4F3-AC9F0768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B011E9-5984-20A7-994D-6D454EDB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D4EF-FA0B-4EDB-8CF3-61A4FE6AD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973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5F1E2-2250-72BE-DD9A-32827040E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E881C8-843F-7E92-FA9E-47554192F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1CC6C1-1E29-96CE-7A9D-E777A7378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924A7-981D-4B49-98C3-1709A2DEBCA1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226AE7-A9A3-31F3-5976-200F80C37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C08867-757E-99D1-AC6C-203F594A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D4EF-FA0B-4EDB-8CF3-61A4FE6AD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42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C8D16-F640-FC42-DC67-8CF7DCCB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0B298E-9AE0-B40D-181F-EB940B8A6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286A3B-2ACA-2A45-B807-CFE8914A5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0C54A2-D2EC-6A14-0229-9E115020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924A7-981D-4B49-98C3-1709A2DEBCA1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3DDE74-F480-D7A9-682D-946C0AAA0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ED2B0F-DDE1-CB6C-D84F-8AFF8F88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D4EF-FA0B-4EDB-8CF3-61A4FE6AD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48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D13FC8-7E3B-139E-2C32-4DE59E53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8F474D-B6B0-918C-C76A-B4FEF2643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0E6935-BF32-8084-B971-F6086CE07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6233E0-EAF7-19FF-3B7B-B09219C71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F26E97-8A12-2AB7-3D6B-5B1627761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429625-AD03-E279-F586-E7D41F910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924A7-981D-4B49-98C3-1709A2DEBCA1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181012-22CA-CA90-EE95-AAEFF533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9E23265-5FB4-E230-A564-DFC494A00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D4EF-FA0B-4EDB-8CF3-61A4FE6AD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165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B0E00-A3A1-7158-2BFC-578F4DFE9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5C533D-FA30-82A8-17F1-C337F3583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924A7-981D-4B49-98C3-1709A2DEBCA1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C87E45-B1FA-B880-81EE-B946B2DDD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BDEFBF-BC47-4F29-2F8F-D134A5DA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D4EF-FA0B-4EDB-8CF3-61A4FE6AD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423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B3398A-E3D1-E9A5-4F4D-F0C689876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924A7-981D-4B49-98C3-1709A2DEBCA1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26C6495-160A-4BF5-B69F-DB190E7C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165447-8B92-A15E-71A8-0F56048F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D4EF-FA0B-4EDB-8CF3-61A4FE6AD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89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FA6BF-A00F-32C4-5564-41E2C9468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6A21AC-570D-1063-3580-9BC025EAA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15409A-C7EE-D695-1A92-ABCE4C89B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9ADBCA-DD3D-A711-39D2-930CE668A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924A7-981D-4B49-98C3-1709A2DEBCA1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161E8E-5D39-AC6D-70FB-105DE3FA1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5EA488-AB91-2910-F295-05A88D624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D4EF-FA0B-4EDB-8CF3-61A4FE6AD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964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A075-408E-1A7B-DD21-817D3DEF1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0E607A-D853-4F95-628B-A743427B33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77267C-22A7-88AF-2C8B-EDC50F15B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4D9FC5-378E-4527-725F-232AAA84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924A7-981D-4B49-98C3-1709A2DEBCA1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211D73-A25C-2DCC-C8F9-655E8F1B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DC7A13-4CEF-DCAA-E6C6-07A37DD8B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D4EF-FA0B-4EDB-8CF3-61A4FE6AD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78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A188B-4E58-396A-92DA-0DBFA5CB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81F820-7D69-F567-E2D4-C041F4D2E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737225-D734-2D31-EF8B-C1C371B6B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924A7-981D-4B49-98C3-1709A2DEBCA1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4FC390-B9B0-C4F7-4F51-CC08D451C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E243B1-DCED-4F1F-68AE-4F7D82CC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D4EF-FA0B-4EDB-8CF3-61A4FE6AD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1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2B92914-B2DA-CBDC-5CFE-2E8094B42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039E12-EB56-9C55-ECEB-6D4C6D5C5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468FA5-1CDA-7E72-0CE5-1A7B4DC7A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924A7-981D-4B49-98C3-1709A2DEBCA1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60C86F-CF0F-4747-3924-C06651FE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E2C7A1-15A2-466D-9315-B48660AF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8D4EF-FA0B-4EDB-8CF3-61A4FE6AD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10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7C9676-E7FD-CB3D-E324-79AF70A1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B29C4E-29EE-964B-05C7-907B6731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DFA3E0-7515-D01A-F2E9-A83721A18D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924A7-981D-4B49-98C3-1709A2DEBCA1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3600C4-29F5-F893-3390-A3860D357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2CF0B2-842D-E511-2F94-21CB24A02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8D4EF-FA0B-4EDB-8CF3-61A4FE6AD4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50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D6ADCF0-39EC-344C-2DBD-DA84D29D0D1A}"/>
              </a:ext>
            </a:extLst>
          </p:cNvPr>
          <p:cNvSpPr/>
          <p:nvPr/>
        </p:nvSpPr>
        <p:spPr>
          <a:xfrm>
            <a:off x="0" y="0"/>
            <a:ext cx="12192000" cy="1138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85452D-B6B2-0423-D39F-C39C9AC1D897}"/>
              </a:ext>
            </a:extLst>
          </p:cNvPr>
          <p:cNvSpPr/>
          <p:nvPr/>
        </p:nvSpPr>
        <p:spPr>
          <a:xfrm>
            <a:off x="0" y="5719665"/>
            <a:ext cx="12192000" cy="1138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ABFD7-8ABE-06E4-032D-309C177D7092}"/>
              </a:ext>
            </a:extLst>
          </p:cNvPr>
          <p:cNvSpPr txBox="1"/>
          <p:nvPr/>
        </p:nvSpPr>
        <p:spPr>
          <a:xfrm>
            <a:off x="7042484" y="368822"/>
            <a:ext cx="4780548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1. ARTIST 2. </a:t>
            </a:r>
            <a:r>
              <a:rPr lang="ko-KR" altLang="en-US" dirty="0"/>
              <a:t>커뮤니티 </a:t>
            </a:r>
            <a:r>
              <a:rPr lang="en-US" altLang="ko-KR" dirty="0"/>
              <a:t>3. STORE 4.Login/Join 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E53444E-14D9-C6B8-1976-2CAF0B8E0E3B}"/>
              </a:ext>
            </a:extLst>
          </p:cNvPr>
          <p:cNvSpPr/>
          <p:nvPr/>
        </p:nvSpPr>
        <p:spPr>
          <a:xfrm>
            <a:off x="368968" y="160421"/>
            <a:ext cx="978569" cy="73793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9A40FDC-03D3-EB6B-B472-DFCECA5A3877}"/>
              </a:ext>
            </a:extLst>
          </p:cNvPr>
          <p:cNvSpPr/>
          <p:nvPr/>
        </p:nvSpPr>
        <p:spPr>
          <a:xfrm>
            <a:off x="144380" y="1467089"/>
            <a:ext cx="11823032" cy="386843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785F739-3522-D32B-9908-05A62B9F2D9E}"/>
              </a:ext>
            </a:extLst>
          </p:cNvPr>
          <p:cNvSpPr/>
          <p:nvPr/>
        </p:nvSpPr>
        <p:spPr>
          <a:xfrm>
            <a:off x="285738" y="1703080"/>
            <a:ext cx="3791980" cy="33169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224CE23-309A-5B06-D422-D16203711C1C}"/>
              </a:ext>
            </a:extLst>
          </p:cNvPr>
          <p:cNvSpPr/>
          <p:nvPr/>
        </p:nvSpPr>
        <p:spPr>
          <a:xfrm>
            <a:off x="4186991" y="1703082"/>
            <a:ext cx="3791980" cy="33169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B004648-C0A1-F3A2-A81C-7FEBDEC5E1B3}"/>
              </a:ext>
            </a:extLst>
          </p:cNvPr>
          <p:cNvSpPr/>
          <p:nvPr/>
        </p:nvSpPr>
        <p:spPr>
          <a:xfrm>
            <a:off x="8063136" y="1703079"/>
            <a:ext cx="3791980" cy="33169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10CE60-1A69-0D79-CAFE-C7BA84B86DA1}"/>
              </a:ext>
            </a:extLst>
          </p:cNvPr>
          <p:cNvSpPr txBox="1"/>
          <p:nvPr/>
        </p:nvSpPr>
        <p:spPr>
          <a:xfrm>
            <a:off x="1167065" y="3244334"/>
            <a:ext cx="19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아티스트 이미지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5979A0-EDF4-16C8-DC6F-736DE490E3E6}"/>
              </a:ext>
            </a:extLst>
          </p:cNvPr>
          <p:cNvSpPr txBox="1"/>
          <p:nvPr/>
        </p:nvSpPr>
        <p:spPr>
          <a:xfrm>
            <a:off x="8944463" y="3176902"/>
            <a:ext cx="19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아티스트 이미지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A4751F-5936-7317-5252-11AD7FB73711}"/>
              </a:ext>
            </a:extLst>
          </p:cNvPr>
          <p:cNvSpPr txBox="1"/>
          <p:nvPr/>
        </p:nvSpPr>
        <p:spPr>
          <a:xfrm>
            <a:off x="5105401" y="3216641"/>
            <a:ext cx="19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아티스트 이미지</a:t>
            </a:r>
          </a:p>
        </p:txBody>
      </p:sp>
    </p:spTree>
    <p:extLst>
      <p:ext uri="{BB962C8B-B14F-4D97-AF65-F5344CB8AC3E}">
        <p14:creationId xmlns:p14="http://schemas.microsoft.com/office/powerpoint/2010/main" val="2659206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3E94E21-3F25-AC82-B374-5E2EB86FE96A}"/>
              </a:ext>
            </a:extLst>
          </p:cNvPr>
          <p:cNvSpPr/>
          <p:nvPr/>
        </p:nvSpPr>
        <p:spPr>
          <a:xfrm>
            <a:off x="0" y="0"/>
            <a:ext cx="12192000" cy="1138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FE52B4-81DB-B0FC-316A-06D1432F6106}"/>
              </a:ext>
            </a:extLst>
          </p:cNvPr>
          <p:cNvSpPr/>
          <p:nvPr/>
        </p:nvSpPr>
        <p:spPr>
          <a:xfrm>
            <a:off x="0" y="5983705"/>
            <a:ext cx="12192000" cy="87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7210A9-8D38-5EF1-9B54-13F6D73BCB48}"/>
              </a:ext>
            </a:extLst>
          </p:cNvPr>
          <p:cNvSpPr txBox="1"/>
          <p:nvPr/>
        </p:nvSpPr>
        <p:spPr>
          <a:xfrm>
            <a:off x="7042483" y="368822"/>
            <a:ext cx="4973053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1. ARTIST</a:t>
            </a:r>
            <a:r>
              <a:rPr lang="en-US" altLang="ko-KR" dirty="0"/>
              <a:t> 2. </a:t>
            </a:r>
            <a:r>
              <a:rPr lang="ko-KR" altLang="en-US" dirty="0"/>
              <a:t>커뮤니티 </a:t>
            </a:r>
            <a:r>
              <a:rPr lang="en-US" altLang="ko-KR" dirty="0"/>
              <a:t>3. STORE 4.Login/Join 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C9C094C-1E0B-86C6-9BAC-B0DF5D69CC89}"/>
              </a:ext>
            </a:extLst>
          </p:cNvPr>
          <p:cNvSpPr/>
          <p:nvPr/>
        </p:nvSpPr>
        <p:spPr>
          <a:xfrm>
            <a:off x="368968" y="160421"/>
            <a:ext cx="978569" cy="73793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90A4F95-4581-2752-0663-B62CE33AB143}"/>
              </a:ext>
            </a:extLst>
          </p:cNvPr>
          <p:cNvSpPr/>
          <p:nvPr/>
        </p:nvSpPr>
        <p:spPr>
          <a:xfrm>
            <a:off x="753976" y="1925050"/>
            <a:ext cx="4860758" cy="19210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아티스트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E211A1D-F28D-0D69-45F7-99CAD6EBD4C2}"/>
              </a:ext>
            </a:extLst>
          </p:cNvPr>
          <p:cNvSpPr/>
          <p:nvPr/>
        </p:nvSpPr>
        <p:spPr>
          <a:xfrm>
            <a:off x="6713618" y="1925050"/>
            <a:ext cx="4860758" cy="19210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아티스트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F87DF4D-9717-E000-F72D-CFB29311604D}"/>
              </a:ext>
            </a:extLst>
          </p:cNvPr>
          <p:cNvSpPr/>
          <p:nvPr/>
        </p:nvSpPr>
        <p:spPr>
          <a:xfrm>
            <a:off x="753976" y="3927612"/>
            <a:ext cx="4860758" cy="19210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아티스트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4680092-E8CE-11A9-B01B-163C2BFA40A9}"/>
              </a:ext>
            </a:extLst>
          </p:cNvPr>
          <p:cNvSpPr/>
          <p:nvPr/>
        </p:nvSpPr>
        <p:spPr>
          <a:xfrm>
            <a:off x="6713618" y="3927612"/>
            <a:ext cx="4860758" cy="19210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아티스트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7D9A43-74A1-957D-F4F7-60501025B295}"/>
              </a:ext>
            </a:extLst>
          </p:cNvPr>
          <p:cNvSpPr txBox="1"/>
          <p:nvPr/>
        </p:nvSpPr>
        <p:spPr>
          <a:xfrm>
            <a:off x="5269835" y="5479688"/>
            <a:ext cx="2029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 err="1"/>
              <a:t>페이징</a:t>
            </a:r>
            <a:r>
              <a:rPr lang="ko-KR" altLang="en-US" dirty="0"/>
              <a:t> 처리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955AFB-0BC0-C3A2-D653-84CCFD8A3460}"/>
              </a:ext>
            </a:extLst>
          </p:cNvPr>
          <p:cNvSpPr/>
          <p:nvPr/>
        </p:nvSpPr>
        <p:spPr>
          <a:xfrm>
            <a:off x="0" y="1138335"/>
            <a:ext cx="12192000" cy="626296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36DE6E-86FB-4EF0-F3D2-4C565299A11E}"/>
              </a:ext>
            </a:extLst>
          </p:cNvPr>
          <p:cNvSpPr txBox="1"/>
          <p:nvPr/>
        </p:nvSpPr>
        <p:spPr>
          <a:xfrm>
            <a:off x="1203150" y="1251393"/>
            <a:ext cx="144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아티스트 </a:t>
            </a:r>
            <a:r>
              <a:rPr lang="en-US" altLang="ko-KR" b="1" dirty="0">
                <a:solidFill>
                  <a:schemeClr val="bg1"/>
                </a:solidFill>
              </a:rPr>
              <a:t>1    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3438B9-F727-218F-B602-A694A2E59B2C}"/>
              </a:ext>
            </a:extLst>
          </p:cNvPr>
          <p:cNvSpPr txBox="1"/>
          <p:nvPr/>
        </p:nvSpPr>
        <p:spPr>
          <a:xfrm>
            <a:off x="2646942" y="1258469"/>
            <a:ext cx="144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아티스트 </a:t>
            </a:r>
            <a:r>
              <a:rPr lang="en-US" altLang="ko-KR" b="1" dirty="0">
                <a:solidFill>
                  <a:schemeClr val="bg1"/>
                </a:solidFill>
              </a:rPr>
              <a:t>2    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F7938-7145-CD9E-C1B3-3D4881AFD149}"/>
              </a:ext>
            </a:extLst>
          </p:cNvPr>
          <p:cNvSpPr txBox="1"/>
          <p:nvPr/>
        </p:nvSpPr>
        <p:spPr>
          <a:xfrm>
            <a:off x="4170942" y="1251393"/>
            <a:ext cx="144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아티스트 </a:t>
            </a:r>
            <a:r>
              <a:rPr lang="en-US" altLang="ko-KR" b="1" dirty="0">
                <a:solidFill>
                  <a:schemeClr val="bg1"/>
                </a:solidFill>
              </a:rPr>
              <a:t>3    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5102C-3EC6-7A77-4107-F4F68E0498A9}"/>
              </a:ext>
            </a:extLst>
          </p:cNvPr>
          <p:cNvSpPr txBox="1"/>
          <p:nvPr/>
        </p:nvSpPr>
        <p:spPr>
          <a:xfrm>
            <a:off x="5614726" y="1258942"/>
            <a:ext cx="144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아티스트 </a:t>
            </a:r>
            <a:r>
              <a:rPr lang="en-US" altLang="ko-KR" b="1" dirty="0">
                <a:solidFill>
                  <a:schemeClr val="bg1"/>
                </a:solidFill>
              </a:rPr>
              <a:t>4   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903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F7CA92-A6AD-B2F0-CDDD-A45D3E167DF6}"/>
              </a:ext>
            </a:extLst>
          </p:cNvPr>
          <p:cNvSpPr/>
          <p:nvPr/>
        </p:nvSpPr>
        <p:spPr>
          <a:xfrm>
            <a:off x="-112295" y="-1748589"/>
            <a:ext cx="12304295" cy="111171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0516BD-FB8A-BE5C-90B8-299610EC02B4}"/>
              </a:ext>
            </a:extLst>
          </p:cNvPr>
          <p:cNvSpPr/>
          <p:nvPr/>
        </p:nvSpPr>
        <p:spPr>
          <a:xfrm>
            <a:off x="-112296" y="-1748589"/>
            <a:ext cx="12304295" cy="1138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DF2C2-9B0A-1D95-F9D7-1621DB4446B9}"/>
              </a:ext>
            </a:extLst>
          </p:cNvPr>
          <p:cNvSpPr txBox="1"/>
          <p:nvPr/>
        </p:nvSpPr>
        <p:spPr>
          <a:xfrm>
            <a:off x="6930188" y="-1379767"/>
            <a:ext cx="5018858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1. ARTIST</a:t>
            </a:r>
            <a:r>
              <a:rPr lang="en-US" altLang="ko-KR" dirty="0"/>
              <a:t> 2. </a:t>
            </a:r>
            <a:r>
              <a:rPr lang="ko-KR" altLang="en-US" dirty="0"/>
              <a:t>커뮤니티 </a:t>
            </a:r>
            <a:r>
              <a:rPr lang="en-US" altLang="ko-KR" dirty="0"/>
              <a:t>3. STORE 4.Login/Join 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FE484F7-626A-18A7-D86E-B379888443FA}"/>
              </a:ext>
            </a:extLst>
          </p:cNvPr>
          <p:cNvSpPr/>
          <p:nvPr/>
        </p:nvSpPr>
        <p:spPr>
          <a:xfrm>
            <a:off x="256673" y="-1588168"/>
            <a:ext cx="987582" cy="73793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BC0E02-C62F-F66B-30D4-A0651660E096}"/>
              </a:ext>
            </a:extLst>
          </p:cNvPr>
          <p:cNvSpPr/>
          <p:nvPr/>
        </p:nvSpPr>
        <p:spPr>
          <a:xfrm>
            <a:off x="-112296" y="8494293"/>
            <a:ext cx="12304296" cy="87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EEC6F48-9AFC-47E7-79B7-00863C12A1E9}"/>
              </a:ext>
            </a:extLst>
          </p:cNvPr>
          <p:cNvSpPr/>
          <p:nvPr/>
        </p:nvSpPr>
        <p:spPr>
          <a:xfrm>
            <a:off x="-112296" y="-610254"/>
            <a:ext cx="12304296" cy="626296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960F50-A89B-8783-EB3E-67F60C5AE5F2}"/>
              </a:ext>
            </a:extLst>
          </p:cNvPr>
          <p:cNvSpPr txBox="1"/>
          <p:nvPr/>
        </p:nvSpPr>
        <p:spPr>
          <a:xfrm>
            <a:off x="1090854" y="-497196"/>
            <a:ext cx="145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>
                <a:solidFill>
                  <a:srgbClr val="FFFF00"/>
                </a:solidFill>
              </a:rPr>
              <a:t>아티스트 </a:t>
            </a:r>
            <a:r>
              <a:rPr lang="en-US" altLang="ko-KR" b="1" u="sng" dirty="0">
                <a:solidFill>
                  <a:srgbClr val="FFFF00"/>
                </a:solidFill>
              </a:rPr>
              <a:t>1    </a:t>
            </a:r>
            <a:endParaRPr lang="ko-KR" altLang="en-US" b="1" u="sng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6C64DB-8816-FA25-E098-1588B0296705}"/>
              </a:ext>
            </a:extLst>
          </p:cNvPr>
          <p:cNvSpPr txBox="1"/>
          <p:nvPr/>
        </p:nvSpPr>
        <p:spPr>
          <a:xfrm>
            <a:off x="2534646" y="-490120"/>
            <a:ext cx="145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아티스트 </a:t>
            </a:r>
            <a:r>
              <a:rPr lang="en-US" altLang="ko-KR" b="1" dirty="0">
                <a:solidFill>
                  <a:schemeClr val="bg1"/>
                </a:solidFill>
              </a:rPr>
              <a:t>2    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A1F17F-9A9C-51F1-885C-6E9E0574B03B}"/>
              </a:ext>
            </a:extLst>
          </p:cNvPr>
          <p:cNvSpPr txBox="1"/>
          <p:nvPr/>
        </p:nvSpPr>
        <p:spPr>
          <a:xfrm>
            <a:off x="4058646" y="-497196"/>
            <a:ext cx="145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아티스트 </a:t>
            </a:r>
            <a:r>
              <a:rPr lang="en-US" altLang="ko-KR" b="1" dirty="0">
                <a:solidFill>
                  <a:schemeClr val="bg1"/>
                </a:solidFill>
              </a:rPr>
              <a:t>3    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DC8FC3-A678-529B-0C4C-319DBBAB3E3C}"/>
              </a:ext>
            </a:extLst>
          </p:cNvPr>
          <p:cNvSpPr txBox="1"/>
          <p:nvPr/>
        </p:nvSpPr>
        <p:spPr>
          <a:xfrm>
            <a:off x="5502430" y="-489647"/>
            <a:ext cx="145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아티스트 </a:t>
            </a:r>
            <a:r>
              <a:rPr lang="en-US" altLang="ko-KR" b="1" dirty="0">
                <a:solidFill>
                  <a:schemeClr val="bg1"/>
                </a:solidFill>
              </a:rPr>
              <a:t>4   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A5A65F4-7F1F-EAA5-BF82-9076C598C0E6}"/>
              </a:ext>
            </a:extLst>
          </p:cNvPr>
          <p:cNvSpPr/>
          <p:nvPr/>
        </p:nvSpPr>
        <p:spPr>
          <a:xfrm>
            <a:off x="385008" y="270055"/>
            <a:ext cx="11309685" cy="191568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C741679-6048-4D1C-9351-8A656A8B38A4}"/>
              </a:ext>
            </a:extLst>
          </p:cNvPr>
          <p:cNvSpPr/>
          <p:nvPr/>
        </p:nvSpPr>
        <p:spPr>
          <a:xfrm>
            <a:off x="598070" y="495300"/>
            <a:ext cx="5391150" cy="1485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아티스트 </a:t>
            </a:r>
            <a:r>
              <a:rPr lang="en-US" altLang="ko-KR" dirty="0">
                <a:solidFill>
                  <a:schemeClr val="tx1"/>
                </a:solidFill>
              </a:rPr>
              <a:t>1 </a:t>
            </a:r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3972B1B-256A-E999-BD2B-7C63BD61D70C}"/>
              </a:ext>
            </a:extLst>
          </p:cNvPr>
          <p:cNvSpPr/>
          <p:nvPr/>
        </p:nvSpPr>
        <p:spPr>
          <a:xfrm>
            <a:off x="6161671" y="495300"/>
            <a:ext cx="5391150" cy="1485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아</a:t>
            </a:r>
            <a:r>
              <a:rPr lang="ko-KR" altLang="en-US" dirty="0" err="1">
                <a:solidFill>
                  <a:schemeClr val="tx1"/>
                </a:solidFill>
              </a:rPr>
              <a:t>아티스트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1 </a:t>
            </a:r>
            <a:r>
              <a:rPr lang="ko-KR" altLang="en-US" dirty="0" err="1">
                <a:solidFill>
                  <a:schemeClr val="tx1"/>
                </a:solidFill>
              </a:rPr>
              <a:t>소개글</a:t>
            </a:r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B1EFC81-9B99-7A30-8444-A7636238B73C}"/>
              </a:ext>
            </a:extLst>
          </p:cNvPr>
          <p:cNvSpPr/>
          <p:nvPr/>
        </p:nvSpPr>
        <p:spPr>
          <a:xfrm>
            <a:off x="385006" y="2430160"/>
            <a:ext cx="11309685" cy="280758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4C2B463-A981-49E5-862E-08BC8E845635}"/>
              </a:ext>
            </a:extLst>
          </p:cNvPr>
          <p:cNvSpPr/>
          <p:nvPr/>
        </p:nvSpPr>
        <p:spPr>
          <a:xfrm>
            <a:off x="385006" y="5442283"/>
            <a:ext cx="11309685" cy="280758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B83B70-ABB2-1A0D-342B-41F1EA0093A0}"/>
              </a:ext>
            </a:extLst>
          </p:cNvPr>
          <p:cNvSpPr txBox="1"/>
          <p:nvPr/>
        </p:nvSpPr>
        <p:spPr>
          <a:xfrm>
            <a:off x="750464" y="2573027"/>
            <a:ext cx="1784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음원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91F4948-E887-37CC-33A0-6C35B4BD3DB8}"/>
              </a:ext>
            </a:extLst>
          </p:cNvPr>
          <p:cNvSpPr/>
          <p:nvPr/>
        </p:nvSpPr>
        <p:spPr>
          <a:xfrm>
            <a:off x="620110" y="3044627"/>
            <a:ext cx="3393666" cy="177824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첫번째 곡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C7D14C8-C880-5775-669F-1349CA0680B7}"/>
              </a:ext>
            </a:extLst>
          </p:cNvPr>
          <p:cNvSpPr/>
          <p:nvPr/>
        </p:nvSpPr>
        <p:spPr>
          <a:xfrm>
            <a:off x="4314427" y="3044627"/>
            <a:ext cx="3393666" cy="177824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두번째 곡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B8A95A9-A755-C36F-8A78-94BB08FEFEB9}"/>
              </a:ext>
            </a:extLst>
          </p:cNvPr>
          <p:cNvSpPr/>
          <p:nvPr/>
        </p:nvSpPr>
        <p:spPr>
          <a:xfrm>
            <a:off x="8047870" y="3044627"/>
            <a:ext cx="3393666" cy="177824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세번째 곡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6A98C8-D150-B54B-4009-B69A5966B68E}"/>
              </a:ext>
            </a:extLst>
          </p:cNvPr>
          <p:cNvSpPr txBox="1"/>
          <p:nvPr/>
        </p:nvSpPr>
        <p:spPr>
          <a:xfrm>
            <a:off x="769767" y="5577986"/>
            <a:ext cx="1784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영상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7E20D17-A582-DFE5-8CE3-68D894466B46}"/>
              </a:ext>
            </a:extLst>
          </p:cNvPr>
          <p:cNvSpPr/>
          <p:nvPr/>
        </p:nvSpPr>
        <p:spPr>
          <a:xfrm>
            <a:off x="600807" y="6151855"/>
            <a:ext cx="3393666" cy="177824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뮤직비디오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B60C342-EB55-265A-0F58-B71F2F06036C}"/>
              </a:ext>
            </a:extLst>
          </p:cNvPr>
          <p:cNvSpPr/>
          <p:nvPr/>
        </p:nvSpPr>
        <p:spPr>
          <a:xfrm>
            <a:off x="4295124" y="6151855"/>
            <a:ext cx="3393666" cy="177824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뮤직비디오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6E83B0A-CCA1-99EF-FC71-11AD74C8A7EC}"/>
              </a:ext>
            </a:extLst>
          </p:cNvPr>
          <p:cNvSpPr/>
          <p:nvPr/>
        </p:nvSpPr>
        <p:spPr>
          <a:xfrm>
            <a:off x="8028567" y="6151855"/>
            <a:ext cx="3393666" cy="177824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뮤직비디오 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407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FC90-E986-75A7-4772-C99A1D1A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A682D28-FDD0-4FA6-892B-73F3256CA762}"/>
              </a:ext>
            </a:extLst>
          </p:cNvPr>
          <p:cNvSpPr/>
          <p:nvPr/>
        </p:nvSpPr>
        <p:spPr>
          <a:xfrm>
            <a:off x="-112295" y="-1748589"/>
            <a:ext cx="12304295" cy="111171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8C3831-61E9-1A41-BFC1-FBD24AE595E0}"/>
              </a:ext>
            </a:extLst>
          </p:cNvPr>
          <p:cNvSpPr/>
          <p:nvPr/>
        </p:nvSpPr>
        <p:spPr>
          <a:xfrm>
            <a:off x="-112296" y="-1748589"/>
            <a:ext cx="12304295" cy="1138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225AA2-BB74-D3D1-164E-7D497B76F0F8}"/>
              </a:ext>
            </a:extLst>
          </p:cNvPr>
          <p:cNvSpPr txBox="1"/>
          <p:nvPr/>
        </p:nvSpPr>
        <p:spPr>
          <a:xfrm>
            <a:off x="6930188" y="-1379767"/>
            <a:ext cx="5018858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1. ARTIST </a:t>
            </a:r>
            <a:r>
              <a:rPr lang="en-US" altLang="ko-KR" b="1" dirty="0">
                <a:solidFill>
                  <a:srgbClr val="FF0000"/>
                </a:solidFill>
              </a:rPr>
              <a:t>2. </a:t>
            </a:r>
            <a:r>
              <a:rPr lang="ko-KR" altLang="en-US" b="1" dirty="0">
                <a:solidFill>
                  <a:srgbClr val="FF0000"/>
                </a:solidFill>
              </a:rPr>
              <a:t>커뮤니티 </a:t>
            </a:r>
            <a:r>
              <a:rPr lang="en-US" altLang="ko-KR" dirty="0"/>
              <a:t>3. STORE 4.Login/Join 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016737-4B16-A9C0-64A7-62F06540906F}"/>
              </a:ext>
            </a:extLst>
          </p:cNvPr>
          <p:cNvSpPr/>
          <p:nvPr/>
        </p:nvSpPr>
        <p:spPr>
          <a:xfrm>
            <a:off x="256673" y="-1588168"/>
            <a:ext cx="987582" cy="73793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02144D-03D6-6AEF-43C5-EDEEA6915CF8}"/>
              </a:ext>
            </a:extLst>
          </p:cNvPr>
          <p:cNvSpPr/>
          <p:nvPr/>
        </p:nvSpPr>
        <p:spPr>
          <a:xfrm>
            <a:off x="-112296" y="8494293"/>
            <a:ext cx="12304296" cy="87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63B5639-32B3-1923-CF12-C4B3071DA7E7}"/>
              </a:ext>
            </a:extLst>
          </p:cNvPr>
          <p:cNvSpPr/>
          <p:nvPr/>
        </p:nvSpPr>
        <p:spPr>
          <a:xfrm>
            <a:off x="356417" y="-371928"/>
            <a:ext cx="11309685" cy="240190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DB1BCCE-4801-7C6D-2AC3-73C8D64041E7}"/>
              </a:ext>
            </a:extLst>
          </p:cNvPr>
          <p:cNvSpPr/>
          <p:nvPr/>
        </p:nvSpPr>
        <p:spPr>
          <a:xfrm>
            <a:off x="569479" y="-146683"/>
            <a:ext cx="10852754" cy="18630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금주 인기 게시글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0690340-CF16-AA4C-65F1-4466C609B71F}"/>
              </a:ext>
            </a:extLst>
          </p:cNvPr>
          <p:cNvSpPr/>
          <p:nvPr/>
        </p:nvSpPr>
        <p:spPr>
          <a:xfrm>
            <a:off x="356417" y="2430269"/>
            <a:ext cx="5349044" cy="575040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EDED17-1F29-69EC-1ACF-5F08C7F4A127}"/>
              </a:ext>
            </a:extLst>
          </p:cNvPr>
          <p:cNvSpPr txBox="1"/>
          <p:nvPr/>
        </p:nvSpPr>
        <p:spPr>
          <a:xfrm>
            <a:off x="1624996" y="2598254"/>
            <a:ext cx="281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아티스트 전용 게시판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9BD7C2E-5532-6F1C-6B58-AA39523D172E}"/>
              </a:ext>
            </a:extLst>
          </p:cNvPr>
          <p:cNvSpPr/>
          <p:nvPr/>
        </p:nvSpPr>
        <p:spPr>
          <a:xfrm>
            <a:off x="620110" y="3044627"/>
            <a:ext cx="4828190" cy="46896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0544DE2-CB79-EDA0-E67B-C14C61DFE127}"/>
              </a:ext>
            </a:extLst>
          </p:cNvPr>
          <p:cNvSpPr/>
          <p:nvPr/>
        </p:nvSpPr>
        <p:spPr>
          <a:xfrm>
            <a:off x="6317058" y="2406207"/>
            <a:ext cx="5349044" cy="575040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EF7A42D-2406-E74A-651F-778631D21F62}"/>
              </a:ext>
            </a:extLst>
          </p:cNvPr>
          <p:cNvSpPr/>
          <p:nvPr/>
        </p:nvSpPr>
        <p:spPr>
          <a:xfrm>
            <a:off x="6577485" y="3044626"/>
            <a:ext cx="4828190" cy="46896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12C07F-BD72-7D20-8760-4BFA01D3C20C}"/>
              </a:ext>
            </a:extLst>
          </p:cNvPr>
          <p:cNvSpPr txBox="1"/>
          <p:nvPr/>
        </p:nvSpPr>
        <p:spPr>
          <a:xfrm>
            <a:off x="7526991" y="2540751"/>
            <a:ext cx="281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유저 작성 게시판</a:t>
            </a:r>
          </a:p>
        </p:txBody>
      </p:sp>
    </p:spTree>
    <p:extLst>
      <p:ext uri="{BB962C8B-B14F-4D97-AF65-F5344CB8AC3E}">
        <p14:creationId xmlns:p14="http://schemas.microsoft.com/office/powerpoint/2010/main" val="2717519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BD8C8-61A2-84CD-C100-86EAFD5BC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1C9DF73-B580-081A-4FDC-C219081961F6}"/>
              </a:ext>
            </a:extLst>
          </p:cNvPr>
          <p:cNvSpPr/>
          <p:nvPr/>
        </p:nvSpPr>
        <p:spPr>
          <a:xfrm>
            <a:off x="-112295" y="-1748589"/>
            <a:ext cx="12304295" cy="111171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016181-9415-2443-D155-DADC21ADC279}"/>
              </a:ext>
            </a:extLst>
          </p:cNvPr>
          <p:cNvSpPr/>
          <p:nvPr/>
        </p:nvSpPr>
        <p:spPr>
          <a:xfrm>
            <a:off x="-112296" y="-1748589"/>
            <a:ext cx="12304295" cy="1138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8341E-D67E-8F41-1FAA-CF8AFF0264A5}"/>
              </a:ext>
            </a:extLst>
          </p:cNvPr>
          <p:cNvSpPr txBox="1"/>
          <p:nvPr/>
        </p:nvSpPr>
        <p:spPr>
          <a:xfrm>
            <a:off x="6930188" y="-1379767"/>
            <a:ext cx="5018858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1. ARTIST 2. </a:t>
            </a:r>
            <a:r>
              <a:rPr lang="ko-KR" altLang="en-US" dirty="0"/>
              <a:t>커뮤니티 </a:t>
            </a:r>
            <a:r>
              <a:rPr lang="en-US" altLang="ko-KR" b="1" dirty="0">
                <a:solidFill>
                  <a:srgbClr val="FF0000"/>
                </a:solidFill>
              </a:rPr>
              <a:t>3. STORE </a:t>
            </a:r>
            <a:r>
              <a:rPr lang="en-US" altLang="ko-KR" dirty="0"/>
              <a:t>4.Login/Join 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95B9016-8855-4CF2-DA28-5BDC4F68B3E8}"/>
              </a:ext>
            </a:extLst>
          </p:cNvPr>
          <p:cNvSpPr/>
          <p:nvPr/>
        </p:nvSpPr>
        <p:spPr>
          <a:xfrm>
            <a:off x="256673" y="-1588168"/>
            <a:ext cx="987582" cy="73793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608402-32B2-18C8-E14C-02033354BD4B}"/>
              </a:ext>
            </a:extLst>
          </p:cNvPr>
          <p:cNvSpPr/>
          <p:nvPr/>
        </p:nvSpPr>
        <p:spPr>
          <a:xfrm>
            <a:off x="-112296" y="8494293"/>
            <a:ext cx="12304296" cy="87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716AB09-AAC5-6958-C669-C962CC05E242}"/>
              </a:ext>
            </a:extLst>
          </p:cNvPr>
          <p:cNvSpPr/>
          <p:nvPr/>
        </p:nvSpPr>
        <p:spPr>
          <a:xfrm>
            <a:off x="-112296" y="-610254"/>
            <a:ext cx="12304296" cy="626296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E2B1A1-6634-632B-710B-953EFD258E84}"/>
              </a:ext>
            </a:extLst>
          </p:cNvPr>
          <p:cNvSpPr txBox="1"/>
          <p:nvPr/>
        </p:nvSpPr>
        <p:spPr>
          <a:xfrm>
            <a:off x="1077556" y="-481772"/>
            <a:ext cx="145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>
                <a:solidFill>
                  <a:srgbClr val="FFFF00"/>
                </a:solidFill>
              </a:rPr>
              <a:t>아티스트 </a:t>
            </a:r>
            <a:r>
              <a:rPr lang="en-US" altLang="ko-KR" b="1" u="sng" dirty="0">
                <a:solidFill>
                  <a:srgbClr val="FFFF00"/>
                </a:solidFill>
              </a:rPr>
              <a:t>    </a:t>
            </a:r>
            <a:endParaRPr lang="ko-KR" altLang="en-US" b="1" u="sng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A5EDA5-A935-5B1D-B31E-FBFE4FCBF9C6}"/>
              </a:ext>
            </a:extLst>
          </p:cNvPr>
          <p:cNvSpPr txBox="1"/>
          <p:nvPr/>
        </p:nvSpPr>
        <p:spPr>
          <a:xfrm>
            <a:off x="2913012" y="-489647"/>
            <a:ext cx="145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MD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7745D3-BD25-E427-DE68-27CB11B0C91B}"/>
              </a:ext>
            </a:extLst>
          </p:cNvPr>
          <p:cNvSpPr txBox="1"/>
          <p:nvPr/>
        </p:nvSpPr>
        <p:spPr>
          <a:xfrm>
            <a:off x="4547914" y="-481772"/>
            <a:ext cx="145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ALBUM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03CD1E-2E61-5914-14FE-A7FD596A044E}"/>
              </a:ext>
            </a:extLst>
          </p:cNvPr>
          <p:cNvSpPr txBox="1"/>
          <p:nvPr/>
        </p:nvSpPr>
        <p:spPr>
          <a:xfrm>
            <a:off x="6201643" y="-489647"/>
            <a:ext cx="145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상품 </a:t>
            </a:r>
            <a:r>
              <a:rPr lang="en-US" altLang="ko-KR" b="1" dirty="0">
                <a:solidFill>
                  <a:schemeClr val="bg1"/>
                </a:solidFill>
              </a:rPr>
              <a:t>Q&amp;A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5F9F83D-919F-4FEC-C1F5-80CC90D05FD5}"/>
              </a:ext>
            </a:extLst>
          </p:cNvPr>
          <p:cNvSpPr/>
          <p:nvPr/>
        </p:nvSpPr>
        <p:spPr>
          <a:xfrm>
            <a:off x="3158945" y="251005"/>
            <a:ext cx="8658465" cy="801000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386907E-6E46-4463-2FCA-4A246F8E73B6}"/>
              </a:ext>
            </a:extLst>
          </p:cNvPr>
          <p:cNvSpPr/>
          <p:nvPr/>
        </p:nvSpPr>
        <p:spPr>
          <a:xfrm>
            <a:off x="3620706" y="894875"/>
            <a:ext cx="2351920" cy="2136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상품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17956BB-2F82-5429-5820-F806DD307003}"/>
              </a:ext>
            </a:extLst>
          </p:cNvPr>
          <p:cNvSpPr/>
          <p:nvPr/>
        </p:nvSpPr>
        <p:spPr>
          <a:xfrm>
            <a:off x="371709" y="230277"/>
            <a:ext cx="2410587" cy="804978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카테고리</a:t>
            </a:r>
            <a:endParaRPr lang="en-US" altLang="ko-KR" dirty="0"/>
          </a:p>
          <a:p>
            <a:pPr algn="ctr"/>
            <a:r>
              <a:rPr lang="en-US" altLang="ko-KR" dirty="0"/>
              <a:t>- </a:t>
            </a:r>
            <a:r>
              <a:rPr lang="ko-KR" altLang="en-US" dirty="0" err="1"/>
              <a:t>뮤지션별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6B07B73-1F04-941C-62FE-D79A9C65C21B}"/>
              </a:ext>
            </a:extLst>
          </p:cNvPr>
          <p:cNvSpPr/>
          <p:nvPr/>
        </p:nvSpPr>
        <p:spPr>
          <a:xfrm>
            <a:off x="9039770" y="894875"/>
            <a:ext cx="2351920" cy="2136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상품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39DC5DB-52FB-45EA-EC95-887F83B67B87}"/>
              </a:ext>
            </a:extLst>
          </p:cNvPr>
          <p:cNvSpPr/>
          <p:nvPr/>
        </p:nvSpPr>
        <p:spPr>
          <a:xfrm>
            <a:off x="6361993" y="894875"/>
            <a:ext cx="2351920" cy="2136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상품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F976D60-4FFE-7115-FB7D-2FF452486D22}"/>
              </a:ext>
            </a:extLst>
          </p:cNvPr>
          <p:cNvSpPr/>
          <p:nvPr/>
        </p:nvSpPr>
        <p:spPr>
          <a:xfrm>
            <a:off x="3620706" y="3264590"/>
            <a:ext cx="2351920" cy="2136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상품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428A471-0258-7791-F1B0-E369F8AC00D1}"/>
              </a:ext>
            </a:extLst>
          </p:cNvPr>
          <p:cNvSpPr/>
          <p:nvPr/>
        </p:nvSpPr>
        <p:spPr>
          <a:xfrm>
            <a:off x="9039770" y="3264590"/>
            <a:ext cx="2351920" cy="2136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상품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1D2E592-5ECD-E92E-9A10-A3DD69F25A03}"/>
              </a:ext>
            </a:extLst>
          </p:cNvPr>
          <p:cNvSpPr/>
          <p:nvPr/>
        </p:nvSpPr>
        <p:spPr>
          <a:xfrm>
            <a:off x="6361993" y="3264590"/>
            <a:ext cx="2351920" cy="2136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상품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122333D-74F7-6631-5972-948C91400C93}"/>
              </a:ext>
            </a:extLst>
          </p:cNvPr>
          <p:cNvSpPr/>
          <p:nvPr/>
        </p:nvSpPr>
        <p:spPr>
          <a:xfrm>
            <a:off x="3601656" y="5634305"/>
            <a:ext cx="2351920" cy="2136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상품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83EA1AE-0625-713C-EF0C-BDF1D23920E6}"/>
              </a:ext>
            </a:extLst>
          </p:cNvPr>
          <p:cNvSpPr/>
          <p:nvPr/>
        </p:nvSpPr>
        <p:spPr>
          <a:xfrm>
            <a:off x="9020720" y="5634305"/>
            <a:ext cx="2351920" cy="2136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상품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6977BBE-294D-19BF-DB66-AE7920EB7276}"/>
              </a:ext>
            </a:extLst>
          </p:cNvPr>
          <p:cNvSpPr/>
          <p:nvPr/>
        </p:nvSpPr>
        <p:spPr>
          <a:xfrm>
            <a:off x="6342943" y="5634305"/>
            <a:ext cx="2351920" cy="2136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상품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688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E6C42-141A-ED12-DC90-079984E95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1B8C599-58A2-44D0-71B3-1019961D2D47}"/>
              </a:ext>
            </a:extLst>
          </p:cNvPr>
          <p:cNvSpPr/>
          <p:nvPr/>
        </p:nvSpPr>
        <p:spPr>
          <a:xfrm>
            <a:off x="-112295" y="-1748589"/>
            <a:ext cx="12304295" cy="111171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DB1208-6FD1-DF03-0F71-FEBF37513BAF}"/>
              </a:ext>
            </a:extLst>
          </p:cNvPr>
          <p:cNvSpPr/>
          <p:nvPr/>
        </p:nvSpPr>
        <p:spPr>
          <a:xfrm>
            <a:off x="-112296" y="-1748589"/>
            <a:ext cx="12304295" cy="1138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EAB189-8780-36C5-C877-62D2FFDF71B5}"/>
              </a:ext>
            </a:extLst>
          </p:cNvPr>
          <p:cNvSpPr txBox="1"/>
          <p:nvPr/>
        </p:nvSpPr>
        <p:spPr>
          <a:xfrm>
            <a:off x="6930188" y="-1379767"/>
            <a:ext cx="5018858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1. ARTIST 2. </a:t>
            </a:r>
            <a:r>
              <a:rPr lang="ko-KR" altLang="en-US" dirty="0"/>
              <a:t>커뮤니티 </a:t>
            </a:r>
            <a:r>
              <a:rPr lang="en-US" altLang="ko-KR" b="1" dirty="0">
                <a:solidFill>
                  <a:srgbClr val="FF0000"/>
                </a:solidFill>
              </a:rPr>
              <a:t>3. STORE </a:t>
            </a:r>
            <a:r>
              <a:rPr lang="en-US" altLang="ko-KR" dirty="0"/>
              <a:t>4.Login/Join 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A5B2032-617E-3582-FBE0-0A9EAE04857F}"/>
              </a:ext>
            </a:extLst>
          </p:cNvPr>
          <p:cNvSpPr/>
          <p:nvPr/>
        </p:nvSpPr>
        <p:spPr>
          <a:xfrm>
            <a:off x="256673" y="-1588168"/>
            <a:ext cx="987582" cy="73793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C46ADE2-4611-5BD2-4306-6E00DDFFDB5F}"/>
              </a:ext>
            </a:extLst>
          </p:cNvPr>
          <p:cNvSpPr/>
          <p:nvPr/>
        </p:nvSpPr>
        <p:spPr>
          <a:xfrm>
            <a:off x="-112296" y="8494293"/>
            <a:ext cx="12304296" cy="87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393E32D-B127-7421-71C8-AF0DE16C55C9}"/>
              </a:ext>
            </a:extLst>
          </p:cNvPr>
          <p:cNvSpPr/>
          <p:nvPr/>
        </p:nvSpPr>
        <p:spPr>
          <a:xfrm>
            <a:off x="256672" y="416223"/>
            <a:ext cx="11587997" cy="767515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380BF5-3632-E306-16A7-B7EDDEE0A6A1}"/>
              </a:ext>
            </a:extLst>
          </p:cNvPr>
          <p:cNvSpPr txBox="1"/>
          <p:nvPr/>
        </p:nvSpPr>
        <p:spPr>
          <a:xfrm>
            <a:off x="4599061" y="665463"/>
            <a:ext cx="281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 </a:t>
            </a:r>
            <a:r>
              <a:rPr lang="en-US" altLang="ko-KR" dirty="0">
                <a:solidFill>
                  <a:schemeClr val="tx1"/>
                </a:solidFill>
              </a:rPr>
              <a:t>Q&amp;A </a:t>
            </a:r>
            <a:r>
              <a:rPr lang="ko-KR" altLang="en-US" dirty="0"/>
              <a:t>게시판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8129BEC-9A99-7D2D-CDE8-2F4A483C0AB6}"/>
              </a:ext>
            </a:extLst>
          </p:cNvPr>
          <p:cNvSpPr/>
          <p:nvPr/>
        </p:nvSpPr>
        <p:spPr>
          <a:xfrm>
            <a:off x="856789" y="1258326"/>
            <a:ext cx="10392458" cy="636969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DACE42-2ED3-C8A9-FD7D-69F622EFF783}"/>
              </a:ext>
            </a:extLst>
          </p:cNvPr>
          <p:cNvSpPr/>
          <p:nvPr/>
        </p:nvSpPr>
        <p:spPr>
          <a:xfrm>
            <a:off x="-112296" y="-610254"/>
            <a:ext cx="12304296" cy="626296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C9537-878A-02F8-152D-166DEBB64C3E}"/>
              </a:ext>
            </a:extLst>
          </p:cNvPr>
          <p:cNvSpPr txBox="1"/>
          <p:nvPr/>
        </p:nvSpPr>
        <p:spPr>
          <a:xfrm>
            <a:off x="1077556" y="-481772"/>
            <a:ext cx="145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아티스트</a:t>
            </a:r>
            <a:r>
              <a:rPr lang="ko-KR" altLang="en-US" b="1" u="sng" dirty="0">
                <a:solidFill>
                  <a:srgbClr val="FFFF00"/>
                </a:solidFill>
              </a:rPr>
              <a:t> </a:t>
            </a:r>
            <a:r>
              <a:rPr lang="en-US" altLang="ko-KR" b="1" u="sng" dirty="0">
                <a:solidFill>
                  <a:srgbClr val="FFFF00"/>
                </a:solidFill>
              </a:rPr>
              <a:t>    </a:t>
            </a:r>
            <a:endParaRPr lang="ko-KR" altLang="en-US" b="1" u="sng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D0D12D-8D31-6DDB-1D7E-4BCCD64B7C6E}"/>
              </a:ext>
            </a:extLst>
          </p:cNvPr>
          <p:cNvSpPr txBox="1"/>
          <p:nvPr/>
        </p:nvSpPr>
        <p:spPr>
          <a:xfrm>
            <a:off x="2913012" y="-489647"/>
            <a:ext cx="145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MD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8AB21-0624-43E3-596D-7E98EFBEA89A}"/>
              </a:ext>
            </a:extLst>
          </p:cNvPr>
          <p:cNvSpPr txBox="1"/>
          <p:nvPr/>
        </p:nvSpPr>
        <p:spPr>
          <a:xfrm>
            <a:off x="4547914" y="-481772"/>
            <a:ext cx="145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ALBUM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467665-8B65-E4A4-42D9-881C57314E9A}"/>
              </a:ext>
            </a:extLst>
          </p:cNvPr>
          <p:cNvSpPr txBox="1"/>
          <p:nvPr/>
        </p:nvSpPr>
        <p:spPr>
          <a:xfrm>
            <a:off x="6201643" y="-489647"/>
            <a:ext cx="145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>
                <a:solidFill>
                  <a:srgbClr val="FFFF00"/>
                </a:solidFill>
              </a:rPr>
              <a:t>상품 </a:t>
            </a:r>
            <a:r>
              <a:rPr lang="en-US" altLang="ko-KR" b="1" u="sng" dirty="0">
                <a:solidFill>
                  <a:srgbClr val="FFFF00"/>
                </a:solidFill>
              </a:rPr>
              <a:t>Q&amp;A</a:t>
            </a:r>
            <a:endParaRPr lang="ko-KR" altLang="en-US" b="1" u="sng" dirty="0">
              <a:solidFill>
                <a:srgbClr val="FFFF00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ECDC312-95A2-0077-E6D6-15FD13DA49D9}"/>
              </a:ext>
            </a:extLst>
          </p:cNvPr>
          <p:cNvCxnSpPr/>
          <p:nvPr/>
        </p:nvCxnSpPr>
        <p:spPr>
          <a:xfrm>
            <a:off x="1512748" y="2073348"/>
            <a:ext cx="898451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CB3A79F-811F-C1EF-54AE-3A3AF4FAB5C3}"/>
              </a:ext>
            </a:extLst>
          </p:cNvPr>
          <p:cNvCxnSpPr/>
          <p:nvPr/>
        </p:nvCxnSpPr>
        <p:spPr>
          <a:xfrm>
            <a:off x="1512748" y="2672315"/>
            <a:ext cx="8984511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9F7A6C8-869D-83E4-EC97-4C118E431ABF}"/>
              </a:ext>
            </a:extLst>
          </p:cNvPr>
          <p:cNvCxnSpPr/>
          <p:nvPr/>
        </p:nvCxnSpPr>
        <p:spPr>
          <a:xfrm>
            <a:off x="1512748" y="3313813"/>
            <a:ext cx="8984511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6157520-A3B2-C102-A948-D8F237010BDF}"/>
              </a:ext>
            </a:extLst>
          </p:cNvPr>
          <p:cNvCxnSpPr/>
          <p:nvPr/>
        </p:nvCxnSpPr>
        <p:spPr>
          <a:xfrm>
            <a:off x="1512748" y="3898603"/>
            <a:ext cx="8984511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100B8EE-917E-8D71-4838-0D2E9C9B6CD9}"/>
              </a:ext>
            </a:extLst>
          </p:cNvPr>
          <p:cNvCxnSpPr/>
          <p:nvPr/>
        </p:nvCxnSpPr>
        <p:spPr>
          <a:xfrm>
            <a:off x="1512748" y="4504659"/>
            <a:ext cx="8984511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C88D5B3-79A5-86C1-7760-1A0B6858393E}"/>
              </a:ext>
            </a:extLst>
          </p:cNvPr>
          <p:cNvCxnSpPr/>
          <p:nvPr/>
        </p:nvCxnSpPr>
        <p:spPr>
          <a:xfrm>
            <a:off x="1505040" y="5078817"/>
            <a:ext cx="8984511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03904BF-53AF-6DF2-1058-65092F14A289}"/>
              </a:ext>
            </a:extLst>
          </p:cNvPr>
          <p:cNvCxnSpPr/>
          <p:nvPr/>
        </p:nvCxnSpPr>
        <p:spPr>
          <a:xfrm>
            <a:off x="1512748" y="5727404"/>
            <a:ext cx="8984511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018B996E-F64C-8520-9B96-FE99B7DB066B}"/>
              </a:ext>
            </a:extLst>
          </p:cNvPr>
          <p:cNvCxnSpPr/>
          <p:nvPr/>
        </p:nvCxnSpPr>
        <p:spPr>
          <a:xfrm>
            <a:off x="1505040" y="6312194"/>
            <a:ext cx="8984511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3022EB0-B483-153F-5170-6456B6E1A44B}"/>
              </a:ext>
            </a:extLst>
          </p:cNvPr>
          <p:cNvCxnSpPr/>
          <p:nvPr/>
        </p:nvCxnSpPr>
        <p:spPr>
          <a:xfrm>
            <a:off x="1505040" y="6928882"/>
            <a:ext cx="8984511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376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CA2FC-D1F6-3693-61B7-0E26736EB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97484A9-A06B-6C9D-17A4-0FB27DF3BA89}"/>
              </a:ext>
            </a:extLst>
          </p:cNvPr>
          <p:cNvSpPr/>
          <p:nvPr/>
        </p:nvSpPr>
        <p:spPr>
          <a:xfrm>
            <a:off x="-112295" y="-1748589"/>
            <a:ext cx="12304295" cy="111171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C36C87C-AB38-8D90-6410-A0FB738BE14F}"/>
              </a:ext>
            </a:extLst>
          </p:cNvPr>
          <p:cNvSpPr/>
          <p:nvPr/>
        </p:nvSpPr>
        <p:spPr>
          <a:xfrm>
            <a:off x="-112296" y="-1748589"/>
            <a:ext cx="12304295" cy="1138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8C16A4-1B64-6D62-79BB-EEA13703B659}"/>
              </a:ext>
            </a:extLst>
          </p:cNvPr>
          <p:cNvSpPr txBox="1"/>
          <p:nvPr/>
        </p:nvSpPr>
        <p:spPr>
          <a:xfrm>
            <a:off x="6930188" y="-1379767"/>
            <a:ext cx="5018858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1. ARTIST 2. </a:t>
            </a:r>
            <a:r>
              <a:rPr lang="ko-KR" altLang="en-US" dirty="0"/>
              <a:t>커뮤니티 </a:t>
            </a:r>
            <a:r>
              <a:rPr lang="en-US" altLang="ko-KR" dirty="0"/>
              <a:t>3. STORE </a:t>
            </a:r>
            <a:r>
              <a:rPr lang="en-US" altLang="ko-KR" b="1" dirty="0">
                <a:solidFill>
                  <a:srgbClr val="FF0000"/>
                </a:solidFill>
              </a:rPr>
              <a:t>4.Login</a:t>
            </a:r>
            <a:r>
              <a:rPr lang="en-US" altLang="ko-KR" dirty="0"/>
              <a:t>/Join 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1EDF749-0883-4A56-BE68-62B56E154DB9}"/>
              </a:ext>
            </a:extLst>
          </p:cNvPr>
          <p:cNvSpPr/>
          <p:nvPr/>
        </p:nvSpPr>
        <p:spPr>
          <a:xfrm>
            <a:off x="256673" y="-1588168"/>
            <a:ext cx="987582" cy="73793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BD32E9-526D-3578-7E2C-179560DF65A8}"/>
              </a:ext>
            </a:extLst>
          </p:cNvPr>
          <p:cNvSpPr/>
          <p:nvPr/>
        </p:nvSpPr>
        <p:spPr>
          <a:xfrm>
            <a:off x="-112296" y="8494293"/>
            <a:ext cx="12304296" cy="87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473C6D9-1225-012C-14A3-1D3B4F1F2979}"/>
              </a:ext>
            </a:extLst>
          </p:cNvPr>
          <p:cNvSpPr/>
          <p:nvPr/>
        </p:nvSpPr>
        <p:spPr>
          <a:xfrm>
            <a:off x="2787034" y="229934"/>
            <a:ext cx="6505634" cy="405100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로그인 창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09E9F85-DA29-3876-D3D3-580E4A2490B4}"/>
              </a:ext>
            </a:extLst>
          </p:cNvPr>
          <p:cNvSpPr/>
          <p:nvPr/>
        </p:nvSpPr>
        <p:spPr>
          <a:xfrm>
            <a:off x="2787034" y="4661259"/>
            <a:ext cx="6505634" cy="58535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아이디 </a:t>
            </a:r>
            <a:r>
              <a:rPr lang="en-US" altLang="ko-KR" b="1" dirty="0"/>
              <a:t>/ </a:t>
            </a:r>
            <a:r>
              <a:rPr lang="ko-KR" altLang="en-US" b="1" dirty="0"/>
              <a:t>비밀번호 찾기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5DA2C51-A484-A130-387F-41CC8FA10784}"/>
              </a:ext>
            </a:extLst>
          </p:cNvPr>
          <p:cNvSpPr/>
          <p:nvPr/>
        </p:nvSpPr>
        <p:spPr>
          <a:xfrm>
            <a:off x="2787034" y="5463738"/>
            <a:ext cx="6505634" cy="58535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로그인</a:t>
            </a:r>
            <a:r>
              <a:rPr lang="ko-KR" altLang="en-US" dirty="0"/>
              <a:t> </a:t>
            </a:r>
            <a:r>
              <a:rPr lang="ko-KR" altLang="en-US" b="1" dirty="0"/>
              <a:t>창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5103AC4-7C8F-2A83-0496-87B89D71CF58}"/>
              </a:ext>
            </a:extLst>
          </p:cNvPr>
          <p:cNvSpPr/>
          <p:nvPr/>
        </p:nvSpPr>
        <p:spPr>
          <a:xfrm>
            <a:off x="2787034" y="6266217"/>
            <a:ext cx="6505634" cy="58535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회원가입 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8260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ABDA6-E952-F626-3122-58DED38C1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3684592-2EEE-158F-7E44-529035C1A4DC}"/>
              </a:ext>
            </a:extLst>
          </p:cNvPr>
          <p:cNvSpPr/>
          <p:nvPr/>
        </p:nvSpPr>
        <p:spPr>
          <a:xfrm>
            <a:off x="-112295" y="-1748589"/>
            <a:ext cx="12304295" cy="111171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FAB7E0-BB35-8BFC-33B6-2DA82E5C546C}"/>
              </a:ext>
            </a:extLst>
          </p:cNvPr>
          <p:cNvSpPr/>
          <p:nvPr/>
        </p:nvSpPr>
        <p:spPr>
          <a:xfrm>
            <a:off x="-112296" y="-1748589"/>
            <a:ext cx="12304295" cy="1138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DBFB65-D218-E395-0AC9-1597E7968EBA}"/>
              </a:ext>
            </a:extLst>
          </p:cNvPr>
          <p:cNvSpPr txBox="1"/>
          <p:nvPr/>
        </p:nvSpPr>
        <p:spPr>
          <a:xfrm>
            <a:off x="6930188" y="-1379767"/>
            <a:ext cx="5018858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1. ARTIST 2. </a:t>
            </a:r>
            <a:r>
              <a:rPr lang="ko-KR" altLang="en-US" dirty="0"/>
              <a:t>커뮤니티 </a:t>
            </a:r>
            <a:r>
              <a:rPr lang="en-US" altLang="ko-KR" dirty="0"/>
              <a:t>3. STORE 4.Login/</a:t>
            </a:r>
            <a:r>
              <a:rPr lang="en-US" altLang="ko-KR" b="1" dirty="0">
                <a:solidFill>
                  <a:srgbClr val="FF0000"/>
                </a:solidFill>
              </a:rPr>
              <a:t>Join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5E8A41B-374B-E39B-6D12-891335FEE79D}"/>
              </a:ext>
            </a:extLst>
          </p:cNvPr>
          <p:cNvSpPr/>
          <p:nvPr/>
        </p:nvSpPr>
        <p:spPr>
          <a:xfrm>
            <a:off x="256673" y="-1588168"/>
            <a:ext cx="987582" cy="73793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2EEBAC-B551-473B-A7C7-089A13544097}"/>
              </a:ext>
            </a:extLst>
          </p:cNvPr>
          <p:cNvSpPr/>
          <p:nvPr/>
        </p:nvSpPr>
        <p:spPr>
          <a:xfrm>
            <a:off x="-112296" y="8494293"/>
            <a:ext cx="12304296" cy="87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6D9D3C0-A924-C332-5BF5-D393AEF33199}"/>
              </a:ext>
            </a:extLst>
          </p:cNvPr>
          <p:cNvSpPr/>
          <p:nvPr/>
        </p:nvSpPr>
        <p:spPr>
          <a:xfrm>
            <a:off x="2843183" y="0"/>
            <a:ext cx="6505634" cy="405100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기본 정보</a:t>
            </a:r>
            <a:endParaRPr lang="en-US" altLang="ko-KR" sz="2000" b="1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아이디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비밀번호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비밀번호 확인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이름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주소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휴대전화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이메일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0BA5B8F-4EAA-A581-2886-24B6FE22071C}"/>
              </a:ext>
            </a:extLst>
          </p:cNvPr>
          <p:cNvSpPr/>
          <p:nvPr/>
        </p:nvSpPr>
        <p:spPr>
          <a:xfrm>
            <a:off x="2843183" y="4431324"/>
            <a:ext cx="6505634" cy="219674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추가정보</a:t>
            </a:r>
            <a:endParaRPr lang="en-US" altLang="ko-KR" sz="2000" b="1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성별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생년월일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환불계좌 정보</a:t>
            </a:r>
            <a:r>
              <a:rPr lang="en-US" altLang="ko-KR" dirty="0"/>
              <a:t>(</a:t>
            </a:r>
            <a:r>
              <a:rPr lang="ko-KR" altLang="en-US" dirty="0"/>
              <a:t>예금주</a:t>
            </a:r>
            <a:r>
              <a:rPr lang="en-US" altLang="ko-KR" dirty="0"/>
              <a:t>,</a:t>
            </a:r>
            <a:r>
              <a:rPr lang="ko-KR" altLang="en-US" dirty="0" err="1"/>
              <a:t>은행명</a:t>
            </a:r>
            <a:r>
              <a:rPr lang="en-US" altLang="ko-KR" dirty="0"/>
              <a:t>,</a:t>
            </a:r>
            <a:r>
              <a:rPr lang="ko-KR" altLang="en-US" dirty="0"/>
              <a:t>계좌번호</a:t>
            </a:r>
            <a:r>
              <a:rPr lang="en-US" altLang="ko-KR" dirty="0"/>
              <a:t>)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146E221-FCB5-AE4A-B4B8-476753FE47F7}"/>
              </a:ext>
            </a:extLst>
          </p:cNvPr>
          <p:cNvSpPr/>
          <p:nvPr/>
        </p:nvSpPr>
        <p:spPr>
          <a:xfrm>
            <a:off x="2843183" y="7096391"/>
            <a:ext cx="6505634" cy="58535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회원가입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37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FB2B-8140-1E4C-A62A-617CE38D1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C980537-52A2-9319-88AE-E03B80FE5DBA}"/>
              </a:ext>
            </a:extLst>
          </p:cNvPr>
          <p:cNvSpPr/>
          <p:nvPr/>
        </p:nvSpPr>
        <p:spPr>
          <a:xfrm>
            <a:off x="-112295" y="-1748589"/>
            <a:ext cx="12304295" cy="111171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E38F9F-416E-6124-1BE4-78499C732505}"/>
              </a:ext>
            </a:extLst>
          </p:cNvPr>
          <p:cNvSpPr/>
          <p:nvPr/>
        </p:nvSpPr>
        <p:spPr>
          <a:xfrm>
            <a:off x="-112296" y="-1748589"/>
            <a:ext cx="12304295" cy="1138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D6C5B-B232-8CFC-13DE-B7B1474CED6A}"/>
              </a:ext>
            </a:extLst>
          </p:cNvPr>
          <p:cNvSpPr txBox="1"/>
          <p:nvPr/>
        </p:nvSpPr>
        <p:spPr>
          <a:xfrm>
            <a:off x="6930188" y="-1379767"/>
            <a:ext cx="5018858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1. ARTIST 2. </a:t>
            </a:r>
            <a:r>
              <a:rPr lang="ko-KR" altLang="en-US" dirty="0"/>
              <a:t>커뮤니티 </a:t>
            </a:r>
            <a:r>
              <a:rPr lang="en-US" altLang="ko-KR" dirty="0"/>
              <a:t>3. STORE </a:t>
            </a:r>
            <a:r>
              <a:rPr lang="en-US" altLang="ko-KR" b="1" dirty="0">
                <a:solidFill>
                  <a:srgbClr val="FF0000"/>
                </a:solidFill>
              </a:rPr>
              <a:t>4.MyPage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65FC28D-0C6E-1E52-71C6-DFD9D3E1CBD0}"/>
              </a:ext>
            </a:extLst>
          </p:cNvPr>
          <p:cNvSpPr/>
          <p:nvPr/>
        </p:nvSpPr>
        <p:spPr>
          <a:xfrm>
            <a:off x="256673" y="-1588168"/>
            <a:ext cx="987582" cy="73793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5C3A93-972C-2082-E51E-571945E02C90}"/>
              </a:ext>
            </a:extLst>
          </p:cNvPr>
          <p:cNvSpPr/>
          <p:nvPr/>
        </p:nvSpPr>
        <p:spPr>
          <a:xfrm>
            <a:off x="-112296" y="8494293"/>
            <a:ext cx="12304296" cy="87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1C17351-3D9C-550D-7C7C-945E24BA4E51}"/>
              </a:ext>
            </a:extLst>
          </p:cNvPr>
          <p:cNvSpPr/>
          <p:nvPr/>
        </p:nvSpPr>
        <p:spPr>
          <a:xfrm>
            <a:off x="2828437" y="-82871"/>
            <a:ext cx="9105863" cy="133884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A3DF799-0BA6-B415-1BA5-388422A6EC62}"/>
              </a:ext>
            </a:extLst>
          </p:cNvPr>
          <p:cNvSpPr/>
          <p:nvPr/>
        </p:nvSpPr>
        <p:spPr>
          <a:xfrm>
            <a:off x="2843184" y="1567019"/>
            <a:ext cx="9000313" cy="326296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EF6E6A8-9B1F-9241-72B1-E9A0D238577F}"/>
              </a:ext>
            </a:extLst>
          </p:cNvPr>
          <p:cNvSpPr/>
          <p:nvPr/>
        </p:nvSpPr>
        <p:spPr>
          <a:xfrm>
            <a:off x="2933982" y="5141025"/>
            <a:ext cx="9000312" cy="282588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FC59972-17EA-A7A0-575B-EB088441A5F3}"/>
              </a:ext>
            </a:extLst>
          </p:cNvPr>
          <p:cNvSpPr/>
          <p:nvPr/>
        </p:nvSpPr>
        <p:spPr>
          <a:xfrm>
            <a:off x="160151" y="-82871"/>
            <a:ext cx="2410587" cy="804978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마이페이지 홈</a:t>
            </a:r>
            <a:endParaRPr lang="en-US" altLang="ko-KR" sz="2000" b="1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주문</a:t>
            </a:r>
            <a:r>
              <a:rPr lang="en-US" altLang="ko-KR" dirty="0"/>
              <a:t>/</a:t>
            </a:r>
            <a:r>
              <a:rPr lang="ko-KR" altLang="en-US" dirty="0"/>
              <a:t>배송내역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장바구니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 err="1"/>
              <a:t>찜한</a:t>
            </a:r>
            <a:r>
              <a:rPr lang="ko-KR" altLang="en-US" dirty="0"/>
              <a:t> 상품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리뷰 작성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상품 문의 내역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회원 정보 수정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작성 커뮤니티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BA3441E-3C77-430E-4287-DBA1E650370D}"/>
              </a:ext>
            </a:extLst>
          </p:cNvPr>
          <p:cNvGrpSpPr/>
          <p:nvPr/>
        </p:nvGrpSpPr>
        <p:grpSpPr>
          <a:xfrm>
            <a:off x="3162998" y="250352"/>
            <a:ext cx="2817832" cy="647700"/>
            <a:chOff x="3162998" y="250352"/>
            <a:chExt cx="2817832" cy="6477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6EFDEA-26EC-FD05-0B49-CF374C407946}"/>
                </a:ext>
              </a:extLst>
            </p:cNvPr>
            <p:cNvSpPr txBox="1"/>
            <p:nvPr/>
          </p:nvSpPr>
          <p:spPr>
            <a:xfrm>
              <a:off x="3971277" y="528720"/>
              <a:ext cx="2009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아이디</a:t>
              </a:r>
              <a:r>
                <a:rPr lang="en-US" altLang="ko-KR" dirty="0">
                  <a:solidFill>
                    <a:schemeClr val="bg1"/>
                  </a:solidFill>
                </a:rPr>
                <a:t>/</a:t>
              </a:r>
              <a:r>
                <a:rPr lang="ko-KR" altLang="en-US" dirty="0">
                  <a:solidFill>
                    <a:schemeClr val="bg1"/>
                  </a:solidFill>
                </a:rPr>
                <a:t>닉네임</a:t>
              </a:r>
            </a:p>
          </p:txBody>
        </p:sp>
        <p:grpSp>
          <p:nvGrpSpPr>
            <p:cNvPr id="12" name="그래픽 10" descr="사용자 단색으로 채워진">
              <a:extLst>
                <a:ext uri="{FF2B5EF4-FFF2-40B4-BE49-F238E27FC236}">
                  <a16:creationId xmlns:a16="http://schemas.microsoft.com/office/drawing/2014/main" id="{0C110128-9222-DEB4-9BDF-B9BCBF82A782}"/>
                </a:ext>
              </a:extLst>
            </p:cNvPr>
            <p:cNvGrpSpPr/>
            <p:nvPr/>
          </p:nvGrpSpPr>
          <p:grpSpPr>
            <a:xfrm>
              <a:off x="3162998" y="250352"/>
              <a:ext cx="609600" cy="647700"/>
              <a:chOff x="3286486" y="106769"/>
              <a:chExt cx="609600" cy="647700"/>
            </a:xfrm>
            <a:solidFill>
              <a:schemeClr val="bg1"/>
            </a:solidFill>
          </p:grpSpPr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0BB5B3B8-CC2E-F7B7-79C3-1DA48B1D7F4E}"/>
                  </a:ext>
                </a:extLst>
              </p:cNvPr>
              <p:cNvSpPr/>
              <p:nvPr/>
            </p:nvSpPr>
            <p:spPr>
              <a:xfrm>
                <a:off x="3438886" y="106769"/>
                <a:ext cx="304800" cy="304800"/>
              </a:xfrm>
              <a:prstGeom prst="ellipse">
                <a:avLst/>
              </a:prstGeom>
              <a:grpFill/>
              <a:ln w="9525" cap="flat">
                <a:noFill/>
                <a:prstDash val="solid"/>
                <a:miter/>
              </a:ln>
            </p:spPr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61FBD338-27EF-487C-2410-7B6BC4D2B7FB}"/>
                  </a:ext>
                </a:extLst>
              </p:cNvPr>
              <p:cNvSpPr/>
              <p:nvPr/>
            </p:nvSpPr>
            <p:spPr>
              <a:xfrm>
                <a:off x="3286486" y="449669"/>
                <a:ext cx="609600" cy="304800"/>
              </a:xfrm>
              <a:custGeom>
                <a:avLst/>
                <a:gdLst>
                  <a:gd name="csX0" fmla="*/ 609600 w 609600"/>
                  <a:gd name="csY0" fmla="*/ 304800 h 304800"/>
                  <a:gd name="csX1" fmla="*/ 609600 w 609600"/>
                  <a:gd name="csY1" fmla="*/ 152400 h 304800"/>
                  <a:gd name="csX2" fmla="*/ 579120 w 609600"/>
                  <a:gd name="csY2" fmla="*/ 91440 h 304800"/>
                  <a:gd name="csX3" fmla="*/ 430530 w 609600"/>
                  <a:gd name="csY3" fmla="*/ 19050 h 304800"/>
                  <a:gd name="csX4" fmla="*/ 304800 w 609600"/>
                  <a:gd name="csY4" fmla="*/ 0 h 304800"/>
                  <a:gd name="csX5" fmla="*/ 179070 w 609600"/>
                  <a:gd name="csY5" fmla="*/ 19050 h 304800"/>
                  <a:gd name="csX6" fmla="*/ 30480 w 609600"/>
                  <a:gd name="csY6" fmla="*/ 91440 h 304800"/>
                  <a:gd name="csX7" fmla="*/ 0 w 609600"/>
                  <a:gd name="csY7" fmla="*/ 152400 h 304800"/>
                  <a:gd name="csX8" fmla="*/ 0 w 609600"/>
                  <a:gd name="csY8" fmla="*/ 304800 h 304800"/>
                  <a:gd name="csX9" fmla="*/ 609600 w 609600"/>
                  <a:gd name="csY9" fmla="*/ 304800 h 304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09600" h="304800">
                    <a:moveTo>
                      <a:pt x="609600" y="304800"/>
                    </a:moveTo>
                    <a:lnTo>
                      <a:pt x="609600" y="152400"/>
                    </a:lnTo>
                    <a:cubicBezTo>
                      <a:pt x="609600" y="129540"/>
                      <a:pt x="598170" y="106680"/>
                      <a:pt x="579120" y="91440"/>
                    </a:cubicBezTo>
                    <a:cubicBezTo>
                      <a:pt x="537210" y="57150"/>
                      <a:pt x="483870" y="34290"/>
                      <a:pt x="430530" y="19050"/>
                    </a:cubicBezTo>
                    <a:cubicBezTo>
                      <a:pt x="392430" y="7620"/>
                      <a:pt x="350520" y="0"/>
                      <a:pt x="304800" y="0"/>
                    </a:cubicBezTo>
                    <a:cubicBezTo>
                      <a:pt x="262890" y="0"/>
                      <a:pt x="220980" y="7620"/>
                      <a:pt x="179070" y="19050"/>
                    </a:cubicBezTo>
                    <a:cubicBezTo>
                      <a:pt x="125730" y="34290"/>
                      <a:pt x="72390" y="60960"/>
                      <a:pt x="30480" y="91440"/>
                    </a:cubicBezTo>
                    <a:cubicBezTo>
                      <a:pt x="11430" y="106680"/>
                      <a:pt x="0" y="129540"/>
                      <a:pt x="0" y="152400"/>
                    </a:cubicBezTo>
                    <a:lnTo>
                      <a:pt x="0" y="304800"/>
                    </a:lnTo>
                    <a:lnTo>
                      <a:pt x="609600" y="3048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7C33990-82A2-2F93-B824-448E4769E035}"/>
              </a:ext>
            </a:extLst>
          </p:cNvPr>
          <p:cNvSpPr txBox="1"/>
          <p:nvPr/>
        </p:nvSpPr>
        <p:spPr>
          <a:xfrm>
            <a:off x="8537945" y="528720"/>
            <a:ext cx="2911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</a:rPr>
              <a:t>설정 또는 회원정보수정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EC5DB72-52DE-0C93-F1D5-F7810A064EFE}"/>
              </a:ext>
            </a:extLst>
          </p:cNvPr>
          <p:cNvCxnSpPr>
            <a:cxnSpLocks/>
            <a:stCxn id="18" idx="0"/>
            <a:endCxn id="18" idx="2"/>
          </p:cNvCxnSpPr>
          <p:nvPr/>
        </p:nvCxnSpPr>
        <p:spPr>
          <a:xfrm>
            <a:off x="7381369" y="-82871"/>
            <a:ext cx="0" cy="1338846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A67B2B9-70B4-A8D9-F1E5-A897B3655A3F}"/>
              </a:ext>
            </a:extLst>
          </p:cNvPr>
          <p:cNvSpPr txBox="1"/>
          <p:nvPr/>
        </p:nvSpPr>
        <p:spPr>
          <a:xfrm>
            <a:off x="6528390" y="1682018"/>
            <a:ext cx="200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&lt;</a:t>
            </a:r>
            <a:r>
              <a:rPr lang="ko-KR" altLang="en-US" dirty="0">
                <a:solidFill>
                  <a:schemeClr val="bg1"/>
                </a:solidFill>
              </a:rPr>
              <a:t>상품 관련</a:t>
            </a:r>
            <a:r>
              <a:rPr lang="en-US" altLang="ko-KR" dirty="0">
                <a:solidFill>
                  <a:schemeClr val="bg1"/>
                </a:solidFill>
              </a:rPr>
              <a:t>&gt;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451A366-CB98-D992-2A54-7C112E30F024}"/>
              </a:ext>
            </a:extLst>
          </p:cNvPr>
          <p:cNvGrpSpPr/>
          <p:nvPr/>
        </p:nvGrpSpPr>
        <p:grpSpPr>
          <a:xfrm>
            <a:off x="3067241" y="2731192"/>
            <a:ext cx="1781997" cy="1156167"/>
            <a:chOff x="3162998" y="2030789"/>
            <a:chExt cx="1781997" cy="1156167"/>
          </a:xfrm>
        </p:grpSpPr>
        <p:pic>
          <p:nvPicPr>
            <p:cNvPr id="30" name="그래픽 29" descr="달러 단색으로 채워진">
              <a:extLst>
                <a:ext uri="{FF2B5EF4-FFF2-40B4-BE49-F238E27FC236}">
                  <a16:creationId xmlns:a16="http://schemas.microsoft.com/office/drawing/2014/main" id="{58AA71FC-0839-10A6-F5DE-2A6F6A978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94396" y="2030789"/>
              <a:ext cx="748437" cy="748437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38363A6-945D-9574-318E-A56F3D257C7B}"/>
                </a:ext>
              </a:extLst>
            </p:cNvPr>
            <p:cNvSpPr txBox="1"/>
            <p:nvPr/>
          </p:nvSpPr>
          <p:spPr>
            <a:xfrm>
              <a:off x="3162998" y="2817624"/>
              <a:ext cx="17819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주문</a:t>
              </a:r>
              <a:r>
                <a:rPr lang="en-US" altLang="ko-KR" dirty="0">
                  <a:solidFill>
                    <a:schemeClr val="bg1"/>
                  </a:solidFill>
                </a:rPr>
                <a:t>/</a:t>
              </a:r>
              <a:r>
                <a:rPr lang="ko-KR" altLang="en-US" dirty="0">
                  <a:solidFill>
                    <a:schemeClr val="bg1"/>
                  </a:solidFill>
                </a:rPr>
                <a:t>배송내역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579E5F0-7EFC-EED2-D20D-47E77CDBF7A1}"/>
              </a:ext>
            </a:extLst>
          </p:cNvPr>
          <p:cNvGrpSpPr/>
          <p:nvPr/>
        </p:nvGrpSpPr>
        <p:grpSpPr>
          <a:xfrm>
            <a:off x="5046402" y="2773724"/>
            <a:ext cx="1309738" cy="1091380"/>
            <a:chOff x="5142159" y="2073321"/>
            <a:chExt cx="1309738" cy="1091380"/>
          </a:xfrm>
        </p:grpSpPr>
        <p:pic>
          <p:nvPicPr>
            <p:cNvPr id="25" name="그래픽 24" descr="쇼핑 카트 단색으로 채워진">
              <a:extLst>
                <a:ext uri="{FF2B5EF4-FFF2-40B4-BE49-F238E27FC236}">
                  <a16:creationId xmlns:a16="http://schemas.microsoft.com/office/drawing/2014/main" id="{147D82B0-49B0-68CC-9009-45CDBC01B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289730" y="2073321"/>
              <a:ext cx="691100" cy="6911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5FDA217-2436-5A6D-2876-B1B6F8772278}"/>
                </a:ext>
              </a:extLst>
            </p:cNvPr>
            <p:cNvSpPr txBox="1"/>
            <p:nvPr/>
          </p:nvSpPr>
          <p:spPr>
            <a:xfrm>
              <a:off x="5142159" y="2795369"/>
              <a:ext cx="13097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장바구니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CB93106-9C65-BE81-DA56-E8673E01CE94}"/>
              </a:ext>
            </a:extLst>
          </p:cNvPr>
          <p:cNvGrpSpPr/>
          <p:nvPr/>
        </p:nvGrpSpPr>
        <p:grpSpPr>
          <a:xfrm>
            <a:off x="8397071" y="2689103"/>
            <a:ext cx="1309738" cy="1164555"/>
            <a:chOff x="6462061" y="1983009"/>
            <a:chExt cx="1309738" cy="1164555"/>
          </a:xfrm>
        </p:grpSpPr>
        <p:pic>
          <p:nvPicPr>
            <p:cNvPr id="34" name="그래픽 33" descr="말풍선 단색으로 채워진">
              <a:extLst>
                <a:ext uri="{FF2B5EF4-FFF2-40B4-BE49-F238E27FC236}">
                  <a16:creationId xmlns:a16="http://schemas.microsoft.com/office/drawing/2014/main" id="{64A2481F-B993-4A1B-8C24-E8A06BBF0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618768" y="1983009"/>
              <a:ext cx="914400" cy="9144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D8AEEE1-F95C-559B-AD84-DFB8A39CD79A}"/>
                </a:ext>
              </a:extLst>
            </p:cNvPr>
            <p:cNvSpPr txBox="1"/>
            <p:nvPr/>
          </p:nvSpPr>
          <p:spPr>
            <a:xfrm>
              <a:off x="6462061" y="2778232"/>
              <a:ext cx="13097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상품 </a:t>
              </a:r>
              <a:r>
                <a:rPr lang="en-US" altLang="ko-KR" dirty="0">
                  <a:solidFill>
                    <a:schemeClr val="bg1"/>
                  </a:solidFill>
                </a:rPr>
                <a:t>Q&amp;A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AD7131A-FE1A-4CD3-4308-9E1DE2F02FA5}"/>
              </a:ext>
            </a:extLst>
          </p:cNvPr>
          <p:cNvGrpSpPr/>
          <p:nvPr/>
        </p:nvGrpSpPr>
        <p:grpSpPr>
          <a:xfrm>
            <a:off x="6742578" y="2705172"/>
            <a:ext cx="1309738" cy="1148486"/>
            <a:chOff x="7027727" y="1985267"/>
            <a:chExt cx="1309738" cy="1148486"/>
          </a:xfrm>
        </p:grpSpPr>
        <p:pic>
          <p:nvPicPr>
            <p:cNvPr id="40" name="그래픽 39" descr="하트 단색으로 채워진">
              <a:extLst>
                <a:ext uri="{FF2B5EF4-FFF2-40B4-BE49-F238E27FC236}">
                  <a16:creationId xmlns:a16="http://schemas.microsoft.com/office/drawing/2014/main" id="{5456724C-3233-A615-4828-26C5DBE68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073678" y="1985267"/>
              <a:ext cx="914400" cy="91440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CBB293D-6C10-510E-6382-00584A4AEDFE}"/>
                </a:ext>
              </a:extLst>
            </p:cNvPr>
            <p:cNvSpPr txBox="1"/>
            <p:nvPr/>
          </p:nvSpPr>
          <p:spPr>
            <a:xfrm>
              <a:off x="7027727" y="2764421"/>
              <a:ext cx="13097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관심상품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719C693-63AB-49C2-2F9A-B1C5BD076CEA}"/>
              </a:ext>
            </a:extLst>
          </p:cNvPr>
          <p:cNvGrpSpPr/>
          <p:nvPr/>
        </p:nvGrpSpPr>
        <p:grpSpPr>
          <a:xfrm>
            <a:off x="10139433" y="2731192"/>
            <a:ext cx="1309738" cy="1127023"/>
            <a:chOff x="10235190" y="2030789"/>
            <a:chExt cx="1309738" cy="1127023"/>
          </a:xfrm>
        </p:grpSpPr>
        <p:pic>
          <p:nvPicPr>
            <p:cNvPr id="44" name="그래픽 43" descr="고객 리뷰 단색으로 채워진">
              <a:extLst>
                <a:ext uri="{FF2B5EF4-FFF2-40B4-BE49-F238E27FC236}">
                  <a16:creationId xmlns:a16="http://schemas.microsoft.com/office/drawing/2014/main" id="{D7CF059B-E208-8F54-C6D8-5D94A0D88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366304" y="2030789"/>
              <a:ext cx="786835" cy="786835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9A9FF73-E671-3B33-0CF9-65FC8082A6D9}"/>
                </a:ext>
              </a:extLst>
            </p:cNvPr>
            <p:cNvSpPr txBox="1"/>
            <p:nvPr/>
          </p:nvSpPr>
          <p:spPr>
            <a:xfrm>
              <a:off x="10235190" y="2788480"/>
              <a:ext cx="13097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리뷰 작성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31E40A0-D82C-DC69-990A-9AFB30C765F2}"/>
              </a:ext>
            </a:extLst>
          </p:cNvPr>
          <p:cNvSpPr txBox="1"/>
          <p:nvPr/>
        </p:nvSpPr>
        <p:spPr>
          <a:xfrm>
            <a:off x="6528391" y="5290981"/>
            <a:ext cx="200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&lt;</a:t>
            </a:r>
            <a:r>
              <a:rPr lang="ko-KR" altLang="en-US" dirty="0">
                <a:solidFill>
                  <a:schemeClr val="bg1"/>
                </a:solidFill>
              </a:rPr>
              <a:t>커뮤니티 관련</a:t>
            </a:r>
            <a:r>
              <a:rPr lang="en-US" altLang="ko-KR" dirty="0">
                <a:solidFill>
                  <a:schemeClr val="bg1"/>
                </a:solidFill>
              </a:rPr>
              <a:t>&gt;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E898AD3-415B-BAEF-E622-C4FC747700E6}"/>
              </a:ext>
            </a:extLst>
          </p:cNvPr>
          <p:cNvSpPr/>
          <p:nvPr/>
        </p:nvSpPr>
        <p:spPr>
          <a:xfrm>
            <a:off x="3502249" y="5677077"/>
            <a:ext cx="3286279" cy="19019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작성게시글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05411F66-EBDA-07A9-A342-CE5E4E39B921}"/>
              </a:ext>
            </a:extLst>
          </p:cNvPr>
          <p:cNvSpPr/>
          <p:nvPr/>
        </p:nvSpPr>
        <p:spPr>
          <a:xfrm>
            <a:off x="8109013" y="5677077"/>
            <a:ext cx="3286279" cy="19019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댓글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관심뮤지션</a:t>
            </a:r>
            <a:r>
              <a:rPr lang="ko-KR" altLang="en-US" dirty="0">
                <a:solidFill>
                  <a:schemeClr val="tx1"/>
                </a:solidFill>
              </a:rPr>
              <a:t> 활동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알림창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227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411</Words>
  <Application>Microsoft Office PowerPoint</Application>
  <PresentationFormat>와이드스크린</PresentationFormat>
  <Paragraphs>136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보경 김</dc:creator>
  <cp:lastModifiedBy>보경 김</cp:lastModifiedBy>
  <cp:revision>1</cp:revision>
  <dcterms:created xsi:type="dcterms:W3CDTF">2025-12-29T06:30:32Z</dcterms:created>
  <dcterms:modified xsi:type="dcterms:W3CDTF">2025-12-29T15:47:45Z</dcterms:modified>
</cp:coreProperties>
</file>